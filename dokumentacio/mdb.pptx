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8F8F2-4B76-47C4-B716-4EF892AA4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Mestermunka</a:t>
            </a:r>
            <a:br>
              <a:rPr lang="hu-HU" dirty="0"/>
            </a:br>
            <a:r>
              <a:rPr lang="hu-HU" dirty="0"/>
              <a:t>adatbázis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0C98D15-72BC-4405-8CE1-79F1A9FF1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920738"/>
          </a:xfrm>
        </p:spPr>
        <p:txBody>
          <a:bodyPr>
            <a:normAutofit fontScale="85000" lnSpcReduction="20000"/>
          </a:bodyPr>
          <a:lstStyle/>
          <a:p>
            <a:r>
              <a:rPr lang="hu-HU" sz="2600" dirty="0" err="1"/>
              <a:t>Noire</a:t>
            </a:r>
            <a:r>
              <a:rPr lang="hu-HU" sz="2600" dirty="0"/>
              <a:t> Photo </a:t>
            </a:r>
            <a:r>
              <a:rPr lang="hu-HU" sz="2600" dirty="0" err="1"/>
              <a:t>Collection</a:t>
            </a:r>
            <a:br>
              <a:rPr lang="hu-HU" sz="2600" dirty="0"/>
            </a:br>
            <a:r>
              <a:rPr lang="hu-HU" sz="2600" dirty="0"/>
              <a:t>Csapattagok:</a:t>
            </a:r>
            <a:br>
              <a:rPr lang="hu-HU" sz="2600" dirty="0"/>
            </a:br>
            <a:r>
              <a:rPr lang="hu-HU" sz="2600" dirty="0"/>
              <a:t>-</a:t>
            </a:r>
            <a:r>
              <a:rPr lang="hu-HU" sz="2600" dirty="0" err="1"/>
              <a:t>Perák</a:t>
            </a:r>
            <a:r>
              <a:rPr lang="hu-HU" sz="2600" dirty="0"/>
              <a:t> Attila</a:t>
            </a:r>
          </a:p>
          <a:p>
            <a:r>
              <a:rPr lang="hu-HU" sz="2600" dirty="0"/>
              <a:t>-Kabai Zsombor</a:t>
            </a:r>
            <a:br>
              <a:rPr lang="hu-HU" sz="2600" dirty="0"/>
            </a:br>
            <a:r>
              <a:rPr lang="hu-HU" sz="2600" dirty="0"/>
              <a:t>-</a:t>
            </a:r>
            <a:r>
              <a:rPr lang="hu-HU" sz="2600" dirty="0" err="1"/>
              <a:t>Haberle</a:t>
            </a:r>
            <a:r>
              <a:rPr lang="hu-HU" sz="2600" dirty="0"/>
              <a:t> Tamás</a:t>
            </a:r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0784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5C3A14-1BE3-42A3-B976-5AD4C464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 feladat leírása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B12C39-660A-48DD-AA48-B1B783BB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Kinek szól? -&gt; Fotózás szerelmeseinek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Építő kritikák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Cél: Jó/kedves fotós közösség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Insta/Pinterest keveréke, de szakmai </a:t>
            </a:r>
            <a:r>
              <a:rPr lang="hu-H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(pl.: kamera típusa, objektív típusa, rekeszérték</a:t>
            </a:r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)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Tanulás/Fejlődés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Kezdők/Profik</a:t>
            </a:r>
          </a:p>
          <a:p>
            <a:r>
              <a:rPr lang="hu-HU" dirty="0">
                <a:latin typeface="Times New Roman" panose="02020603050405020304" pitchFamily="18" charset="0"/>
                <a:cs typeface="Calibri" panose="020F0502020204030204" pitchFamily="34" charset="0"/>
              </a:rPr>
              <a:t>Igazi ugródeszka az fotósoknak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3184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103399-1EBB-4DB3-9EB7-B8221F63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Az első terv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E887F60-9418-4249-A409-F69CB57C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53" y="1428750"/>
            <a:ext cx="7211442" cy="485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2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EB490B-6648-46ED-87E3-C2957ECA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Második terv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0CC5B4A-13C1-42A6-9C12-B0BBC2692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692" y="1601308"/>
            <a:ext cx="7844895" cy="492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54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EE3351-2685-4635-B65F-874F7DCF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Végleges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C545F-DD3D-4E72-B5D9-E521BDA52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207" y="1428750"/>
            <a:ext cx="8247586" cy="468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86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879B76-3FAC-4EA2-8FB4-B530B213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519" y="1839897"/>
            <a:ext cx="9725487" cy="2743200"/>
          </a:xfrm>
        </p:spPr>
        <p:txBody>
          <a:bodyPr>
            <a:noAutofit/>
          </a:bodyPr>
          <a:lstStyle/>
          <a:p>
            <a:pPr algn="ctr"/>
            <a:r>
              <a:rPr lang="hu-HU" sz="8000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189846180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{E059A3EB-23FB-4839-B666-1733E5F8D2A6}TFc3084226-2d0c-440f-9f46-6b48c7a7f67065a8e3dd-441a6a5f8c23</Template>
  <TotalTime>33</TotalTime>
  <Words>77</Words>
  <Application>Microsoft Office PowerPoint</Application>
  <PresentationFormat>Szélesvásznú</PresentationFormat>
  <Paragraphs>15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Franklin Gothic Book</vt:lpstr>
      <vt:lpstr>Times New Roman</vt:lpstr>
      <vt:lpstr>Körülvágás</vt:lpstr>
      <vt:lpstr>Mestermunka adatbázis</vt:lpstr>
      <vt:lpstr>A feladat leírása</vt:lpstr>
      <vt:lpstr>Az első terv</vt:lpstr>
      <vt:lpstr>Második terv</vt:lpstr>
      <vt:lpstr>Végleges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Mestermunka adatbázis</dc:title>
  <dc:creator>Kabai Zsombor 820</dc:creator>
  <cp:lastModifiedBy>Kabai Zsombor 820</cp:lastModifiedBy>
  <cp:revision>4</cp:revision>
  <dcterms:created xsi:type="dcterms:W3CDTF">2025-12-03T08:06:02Z</dcterms:created>
  <dcterms:modified xsi:type="dcterms:W3CDTF">2025-12-04T09:06:26Z</dcterms:modified>
</cp:coreProperties>
</file>