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3" r:id="rId4"/>
    <p:sldId id="260" r:id="rId5"/>
    <p:sldId id="285" r:id="rId6"/>
    <p:sldId id="258" r:id="rId7"/>
    <p:sldId id="270" r:id="rId8"/>
    <p:sldId id="261" r:id="rId9"/>
    <p:sldId id="265" r:id="rId10"/>
    <p:sldId id="266" r:id="rId11"/>
    <p:sldId id="280" r:id="rId12"/>
    <p:sldId id="274" r:id="rId13"/>
    <p:sldId id="271" r:id="rId14"/>
    <p:sldId id="275" r:id="rId15"/>
    <p:sldId id="278" r:id="rId16"/>
    <p:sldId id="268" r:id="rId17"/>
    <p:sldId id="267" r:id="rId18"/>
    <p:sldId id="276" r:id="rId19"/>
    <p:sldId id="264" r:id="rId20"/>
    <p:sldId id="262" r:id="rId21"/>
  </p:sldIdLst>
  <p:sldSz cx="18288000" cy="10287000"/>
  <p:notesSz cx="6858000" cy="9144000"/>
  <p:embeddedFontLst>
    <p:embeddedFont>
      <p:font typeface="Source Sans Pro" panose="020B0604020202020204" charset="0"/>
      <p:regular r:id="rId23"/>
      <p:bold r:id="rId24"/>
      <p:italic r:id="rId25"/>
      <p:boldItalic r:id="rId26"/>
    </p:embeddedFont>
    <p:embeddedFont>
      <p:font typeface="Source Sans Pro Bold" panose="020B0604020202020204" charset="0"/>
      <p:regular r:id="rId27"/>
    </p:embeddedFont>
    <p:embeddedFont>
      <p:font typeface="29LT Bukra" panose="020B0604020202020204" charset="-78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68303-A41A-447E-B412-2B67285709AA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F7E58-937E-4410-90F7-532939D2880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022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F7E58-937E-4410-90F7-532939D28809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5005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F7E58-937E-4410-90F7-532939D28809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2410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svg"/><Relationship Id="rId7" Type="http://schemas.openxmlformats.org/officeDocument/2006/relationships/image" Target="../media/image6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f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sv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svg"/><Relationship Id="rId7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5.jpe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sv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4.png"/><Relationship Id="rId4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786548" y="-5952772"/>
            <a:ext cx="6714904" cy="18288000"/>
          </a:xfrm>
          <a:custGeom>
            <a:avLst/>
            <a:gdLst/>
            <a:ahLst/>
            <a:cxnLst/>
            <a:rect l="l" t="t" r="r" b="b"/>
            <a:pathLst>
              <a:path w="6714904" h="18288000">
                <a:moveTo>
                  <a:pt x="0" y="0"/>
                </a:moveTo>
                <a:lnTo>
                  <a:pt x="6714904" y="0"/>
                </a:lnTo>
                <a:lnTo>
                  <a:pt x="6714904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640" r="-39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673939" y="1038225"/>
            <a:ext cx="1694012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73939" y="9267825"/>
            <a:ext cx="16940122" cy="0"/>
          </a:xfrm>
          <a:prstGeom prst="line">
            <a:avLst/>
          </a:prstGeom>
          <a:ln w="19050" cap="flat">
            <a:solidFill>
              <a:srgbClr val="1F5F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73938" y="7229877"/>
            <a:ext cx="16090061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hu-HU" sz="9000" dirty="0" err="1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Noire</a:t>
            </a:r>
            <a:r>
              <a:rPr lang="hu-HU" sz="90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-Photo-</a:t>
            </a:r>
            <a:r>
              <a:rPr lang="hu-HU" sz="9000" dirty="0" err="1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Collection</a:t>
            </a:r>
            <a:endParaRPr lang="en-US" sz="90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3939" y="449580"/>
            <a:ext cx="211615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hu-HU" sz="240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Június 2026</a:t>
            </a:r>
            <a:endParaRPr lang="en-US" sz="2400" dirty="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639801" y="9281160"/>
            <a:ext cx="411480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hu-HU" sz="24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SFL Technologies csapata</a:t>
            </a:r>
            <a:endParaRPr lang="en-US" sz="24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3939" y="9281160"/>
            <a:ext cx="2450261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hu-HU" sz="24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Mestermunka</a:t>
            </a:r>
            <a:endParaRPr lang="en-US" sz="24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439" y="0"/>
            <a:ext cx="18394877" cy="10385574"/>
          </a:xfrm>
          <a:custGeom>
            <a:avLst/>
            <a:gdLst/>
            <a:ahLst/>
            <a:cxnLst/>
            <a:rect l="l" t="t" r="r" b="b"/>
            <a:pathLst>
              <a:path w="18394877" h="10385574">
                <a:moveTo>
                  <a:pt x="0" y="0"/>
                </a:moveTo>
                <a:lnTo>
                  <a:pt x="18394877" y="0"/>
                </a:lnTo>
                <a:lnTo>
                  <a:pt x="18394877" y="10385574"/>
                </a:lnTo>
                <a:lnTo>
                  <a:pt x="0" y="10385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4294" b="-32825"/>
            </a:stretch>
          </a:blipFill>
        </p:spPr>
        <p:txBody>
          <a:bodyPr/>
          <a:lstStyle/>
          <a:p>
            <a:endParaRPr lang="hu-HU" dirty="0"/>
          </a:p>
        </p:txBody>
      </p:sp>
      <p:sp>
        <p:nvSpPr>
          <p:cNvPr id="3" name="Freeform 3"/>
          <p:cNvSpPr/>
          <p:nvPr/>
        </p:nvSpPr>
        <p:spPr>
          <a:xfrm>
            <a:off x="11651186" y="0"/>
            <a:ext cx="6061139" cy="4967128"/>
          </a:xfrm>
          <a:custGeom>
            <a:avLst/>
            <a:gdLst/>
            <a:ahLst/>
            <a:cxnLst/>
            <a:rect l="l" t="t" r="r" b="b"/>
            <a:pathLst>
              <a:path w="6061139" h="4967128">
                <a:moveTo>
                  <a:pt x="0" y="0"/>
                </a:moveTo>
                <a:lnTo>
                  <a:pt x="6061139" y="0"/>
                </a:lnTo>
                <a:lnTo>
                  <a:pt x="6061139" y="4967128"/>
                </a:lnTo>
                <a:lnTo>
                  <a:pt x="0" y="4967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74" t="-35667" r="-22402" b="-3001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433958" y="4738473"/>
            <a:ext cx="3086100" cy="552758"/>
            <a:chOff x="0" y="0"/>
            <a:chExt cx="812800" cy="1455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45582"/>
            </a:xfrm>
            <a:custGeom>
              <a:avLst/>
              <a:gdLst/>
              <a:ahLst/>
              <a:cxn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193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hu-HU" sz="3200" b="1" dirty="0" err="1">
                  <a:solidFill>
                    <a:srgbClr val="242424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Haberle</a:t>
              </a:r>
              <a:r>
                <a:rPr lang="hu-HU" sz="3200" b="1" dirty="0">
                  <a:solidFill>
                    <a:srgbClr val="242424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Tamás</a:t>
              </a:r>
              <a:endParaRPr lang="en-US" sz="3200" b="1" dirty="0">
                <a:solidFill>
                  <a:srgbClr val="24242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7513" y="4545449"/>
            <a:ext cx="3086100" cy="1750436"/>
            <a:chOff x="0" y="-315437"/>
            <a:chExt cx="812800" cy="4610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5582"/>
            </a:xfrm>
            <a:custGeom>
              <a:avLst/>
              <a:gdLst/>
              <a:ahLst/>
              <a:cxn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15437"/>
              <a:ext cx="812800" cy="193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hu-HU" sz="3200" b="1" u="none" dirty="0">
                  <a:solidFill>
                    <a:srgbClr val="242424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Perák Attila</a:t>
              </a:r>
              <a:endParaRPr lang="en-US" sz="3200" b="1" u="none" dirty="0">
                <a:solidFill>
                  <a:schemeClr val="bg1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59887" y="4545449"/>
            <a:ext cx="3086100" cy="1750436"/>
            <a:chOff x="0" y="-315437"/>
            <a:chExt cx="812800" cy="4610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5582"/>
            </a:xfrm>
            <a:custGeom>
              <a:avLst/>
              <a:gdLst/>
              <a:ahLst/>
              <a:cxnLst/>
              <a:rect l="l" t="t" r="r" b="b"/>
              <a:pathLst>
                <a:path w="812800" h="145582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15437"/>
              <a:ext cx="812800" cy="193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r>
                <a:rPr lang="hu-HU" sz="3200" b="1" dirty="0" err="1">
                  <a:solidFill>
                    <a:srgbClr val="242424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Kabai</a:t>
              </a:r>
              <a:r>
                <a:rPr lang="hu-HU" sz="3200" b="1" dirty="0">
                  <a:solidFill>
                    <a:srgbClr val="242424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Zsombor</a:t>
              </a:r>
              <a:endParaRPr lang="en-US" sz="3200" b="1" dirty="0">
                <a:solidFill>
                  <a:srgbClr val="242424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2792985" y="1028700"/>
            <a:ext cx="3358064" cy="2628900"/>
          </a:xfrm>
          <a:custGeom>
            <a:avLst/>
            <a:gdLst/>
            <a:ahLst/>
            <a:cxnLst/>
            <a:rect l="l" t="t" r="r" b="b"/>
            <a:pathLst>
              <a:path w="3358064" h="2628900">
                <a:moveTo>
                  <a:pt x="0" y="0"/>
                </a:moveTo>
                <a:lnTo>
                  <a:pt x="3358064" y="0"/>
                </a:lnTo>
                <a:lnTo>
                  <a:pt x="3358064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723900"/>
            <a:ext cx="115443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800"/>
              </a:lnSpc>
              <a:spcBef>
                <a:spcPct val="0"/>
              </a:spcBef>
            </a:pPr>
            <a:r>
              <a:rPr lang="hu-HU" sz="90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A SFL Technologies csapata</a:t>
            </a:r>
            <a:endParaRPr lang="en-US" sz="90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67166" y="6463665"/>
            <a:ext cx="3533240" cy="34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867573" y="6463665"/>
            <a:ext cx="4257624" cy="34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92363" y="6463665"/>
            <a:ext cx="3935347" cy="34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endParaRPr lang="en-US" sz="21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" name="AutoShape 2" descr="Egér formájú szalámi sajttal">
            <a:extLst>
              <a:ext uri="{FF2B5EF4-FFF2-40B4-BE49-F238E27FC236}">
                <a16:creationId xmlns:a16="http://schemas.microsoft.com/office/drawing/2014/main" xmlns="" id="{9B12CB27-52C3-42A0-8D56-B0C8BC225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26" name="Kép 25">
            <a:extLst>
              <a:ext uri="{FF2B5EF4-FFF2-40B4-BE49-F238E27FC236}">
                <a16:creationId xmlns:a16="http://schemas.microsoft.com/office/drawing/2014/main" xmlns="" id="{D8C9DC48-555C-4308-B237-046284A232C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5" t="19752" r="75" b="37075"/>
          <a:stretch/>
        </p:blipFill>
        <p:spPr>
          <a:xfrm>
            <a:off x="13270667" y="5496970"/>
            <a:ext cx="3217170" cy="315482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xmlns="" id="{3A1A074D-327A-4AA7-BD23-C0E76466B87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3" t="26214" r="29622" b="24266"/>
          <a:stretch/>
        </p:blipFill>
        <p:spPr>
          <a:xfrm>
            <a:off x="7468916" y="5510598"/>
            <a:ext cx="3266795" cy="32004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0AA661EA-DF41-421F-AD1D-E48760E17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6" t="10543" r="1116" b="17550"/>
          <a:stretch/>
        </p:blipFill>
        <p:spPr bwMode="auto">
          <a:xfrm>
            <a:off x="1667166" y="5496970"/>
            <a:ext cx="3266794" cy="32134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135905" y="0"/>
            <a:ext cx="10595407" cy="10395978"/>
          </a:xfrm>
          <a:custGeom>
            <a:avLst/>
            <a:gdLst/>
            <a:ahLst/>
            <a:cxnLst/>
            <a:rect l="l" t="t" r="r" b="b"/>
            <a:pathLst>
              <a:path w="10595407" h="10395978">
                <a:moveTo>
                  <a:pt x="0" y="0"/>
                </a:moveTo>
                <a:lnTo>
                  <a:pt x="10595406" y="0"/>
                </a:lnTo>
                <a:lnTo>
                  <a:pt x="10595406" y="10395978"/>
                </a:lnTo>
                <a:lnTo>
                  <a:pt x="0" y="1039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0837" t="-1296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59501" y="0"/>
            <a:ext cx="7828499" cy="10500361"/>
            <a:chOff x="0" y="0"/>
            <a:chExt cx="2061827" cy="27655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61827" cy="2765527"/>
            </a:xfrm>
            <a:custGeom>
              <a:avLst/>
              <a:gdLst/>
              <a:ahLst/>
              <a:cxnLst/>
              <a:rect l="l" t="t" r="r" b="b"/>
              <a:pathLst>
                <a:path w="2061827" h="2765527">
                  <a:moveTo>
                    <a:pt x="0" y="0"/>
                  </a:moveTo>
                  <a:lnTo>
                    <a:pt x="2061827" y="0"/>
                  </a:lnTo>
                  <a:lnTo>
                    <a:pt x="2061827" y="2765527"/>
                  </a:lnTo>
                  <a:lnTo>
                    <a:pt x="0" y="2765527"/>
                  </a:lnTo>
                  <a:close/>
                </a:path>
              </a:pathLst>
            </a:custGeom>
            <a:solidFill>
              <a:srgbClr val="1F5FF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61827" cy="2813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55793" y="413735"/>
            <a:ext cx="47625" cy="9400204"/>
            <a:chOff x="0" y="0"/>
            <a:chExt cx="12543" cy="24757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20008" y="413735"/>
            <a:ext cx="47625" cy="9400204"/>
            <a:chOff x="0" y="0"/>
            <a:chExt cx="12543" cy="2475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84223" y="413735"/>
            <a:ext cx="47625" cy="9400204"/>
            <a:chOff x="0" y="0"/>
            <a:chExt cx="12543" cy="24757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48439" y="413735"/>
            <a:ext cx="47625" cy="9400204"/>
            <a:chOff x="0" y="0"/>
            <a:chExt cx="12543" cy="24757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12654" y="413735"/>
            <a:ext cx="47625" cy="9400204"/>
            <a:chOff x="0" y="0"/>
            <a:chExt cx="12543" cy="247577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176869" y="413735"/>
            <a:ext cx="47625" cy="9400204"/>
            <a:chOff x="0" y="0"/>
            <a:chExt cx="12543" cy="24757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941085" y="413735"/>
            <a:ext cx="47625" cy="9400204"/>
            <a:chOff x="0" y="0"/>
            <a:chExt cx="12543" cy="247577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705300" y="413735"/>
            <a:ext cx="47625" cy="9400204"/>
            <a:chOff x="0" y="0"/>
            <a:chExt cx="12543" cy="247577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469515" y="413735"/>
            <a:ext cx="47625" cy="9400204"/>
            <a:chOff x="0" y="0"/>
            <a:chExt cx="12543" cy="247577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2475774"/>
            </a:xfrm>
            <a:custGeom>
              <a:avLst/>
              <a:gdLst/>
              <a:ahLst/>
              <a:cxnLst/>
              <a:rect l="l" t="t" r="r" b="b"/>
              <a:pathLst>
                <a:path w="12543" h="2475774">
                  <a:moveTo>
                    <a:pt x="0" y="0"/>
                  </a:moveTo>
                  <a:lnTo>
                    <a:pt x="12543" y="0"/>
                  </a:lnTo>
                  <a:lnTo>
                    <a:pt x="12543" y="2475774"/>
                  </a:lnTo>
                  <a:lnTo>
                    <a:pt x="0" y="24757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2543" cy="2523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24058" y="956660"/>
            <a:ext cx="5476742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Projektünk témája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20182" y="7115002"/>
            <a:ext cx="5881202" cy="525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48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Miért ezt választottuk?</a:t>
            </a:r>
            <a:endParaRPr lang="en-US" sz="48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60704" y="4779940"/>
            <a:ext cx="3281621" cy="525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48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Fotós oldal</a:t>
            </a:r>
            <a:endParaRPr lang="en-US" sz="48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56218" y="5486678"/>
            <a:ext cx="3839940" cy="876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4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Fotók feltöltése 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4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</a:t>
            </a:r>
            <a:r>
              <a:rPr lang="hu-HU" sz="34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zakmai közösség</a:t>
            </a:r>
            <a:endParaRPr lang="en-US" sz="34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65323" y="7994284"/>
            <a:ext cx="6296762" cy="890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8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Szakmai fotós oldalak hiánya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8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Segítőkész közösség építése</a:t>
            </a:r>
            <a:endParaRPr lang="hu-HU" sz="38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4" name="Kép 43">
            <a:extLst>
              <a:ext uri="{FF2B5EF4-FFF2-40B4-BE49-F238E27FC236}">
                <a16:creationId xmlns:a16="http://schemas.microsoft.com/office/drawing/2014/main" xmlns="" id="{91813490-CBC5-476F-81A1-581100226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513" y="541095"/>
            <a:ext cx="5179240" cy="920481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40" name="Freeform 40"/>
          <p:cNvSpPr/>
          <p:nvPr/>
        </p:nvSpPr>
        <p:spPr>
          <a:xfrm>
            <a:off x="8802665" y="8365830"/>
            <a:ext cx="1677398" cy="1705111"/>
          </a:xfrm>
          <a:custGeom>
            <a:avLst/>
            <a:gdLst/>
            <a:ahLst/>
            <a:cxnLst/>
            <a:rect l="l" t="t" r="r" b="b"/>
            <a:pathLst>
              <a:path w="1677398" h="1705111">
                <a:moveTo>
                  <a:pt x="0" y="0"/>
                </a:moveTo>
                <a:lnTo>
                  <a:pt x="1677398" y="0"/>
                </a:lnTo>
                <a:lnTo>
                  <a:pt x="1677398" y="1705111"/>
                </a:lnTo>
                <a:lnTo>
                  <a:pt x="0" y="1705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zövegdoboz 23">
            <a:extLst>
              <a:ext uri="{FF2B5EF4-FFF2-40B4-BE49-F238E27FC236}">
                <a16:creationId xmlns:a16="http://schemas.microsoft.com/office/drawing/2014/main" xmlns="" id="{E0B748D7-97F2-4D02-8A7B-2FDD234A9388}"/>
              </a:ext>
            </a:extLst>
          </p:cNvPr>
          <p:cNvSpPr txBox="1"/>
          <p:nvPr/>
        </p:nvSpPr>
        <p:spPr>
          <a:xfrm>
            <a:off x="11125200" y="4991100"/>
            <a:ext cx="833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Tasnád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1377546" y="2378375"/>
            <a:ext cx="1544574" cy="15445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01.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7546" y="4572824"/>
            <a:ext cx="1544574" cy="15445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02.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77546" y="6767273"/>
            <a:ext cx="1544574" cy="154457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03.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05945" y="4786128"/>
            <a:ext cx="3306074" cy="945801"/>
            <a:chOff x="0" y="0"/>
            <a:chExt cx="4408098" cy="126106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4408098" cy="643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hu-HU" sz="32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Kinek szól?</a:t>
              </a:r>
              <a:endPara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18099"/>
              <a:ext cx="4408098" cy="542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Fotózás szerelmeseinek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05945" y="7002840"/>
            <a:ext cx="3794478" cy="914892"/>
            <a:chOff x="0" y="0"/>
            <a:chExt cx="5059304" cy="121985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676887"/>
              <a:ext cx="4408099" cy="542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Fotózás világának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059304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hu-HU" sz="32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Ugródeszka</a:t>
              </a:r>
              <a:endPara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14654" y="2272319"/>
            <a:ext cx="3306074" cy="1756686"/>
            <a:chOff x="0" y="0"/>
            <a:chExt cx="4408098" cy="2342248"/>
          </a:xfrm>
        </p:grpSpPr>
        <p:sp>
          <p:nvSpPr>
            <p:cNvPr id="18" name="TextBox 18"/>
            <p:cNvSpPr txBox="1"/>
            <p:nvPr/>
          </p:nvSpPr>
          <p:spPr>
            <a:xfrm>
              <a:off x="0" y="0"/>
              <a:ext cx="440809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hu-HU" sz="32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Közösség</a:t>
              </a:r>
              <a:endPara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36567"/>
              <a:ext cx="4408098" cy="1705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algn="l">
                <a:lnSpc>
                  <a:spcPts val="33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Tanulás</a:t>
              </a:r>
            </a:p>
            <a:p>
              <a:pPr marL="342900" lvl="0" indent="-342900" algn="l">
                <a:lnSpc>
                  <a:spcPts val="33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Fejlődés</a:t>
              </a:r>
            </a:p>
            <a:p>
              <a:pPr marL="342900" lvl="0" indent="-342900" algn="l">
                <a:lnSpc>
                  <a:spcPts val="33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Jó kedv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857250"/>
            <a:ext cx="568331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hu-HU" sz="5000" spc="-21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Mi a célunk?</a:t>
            </a:r>
            <a:endParaRPr lang="en-US" sz="5000" spc="-210" dirty="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9282476" y="-106171"/>
            <a:ext cx="9005524" cy="10561691"/>
          </a:xfrm>
          <a:custGeom>
            <a:avLst/>
            <a:gdLst/>
            <a:ahLst/>
            <a:cxnLst/>
            <a:rect l="l" t="t" r="r" b="b"/>
            <a:pathLst>
              <a:path w="9005524" h="10561691">
                <a:moveTo>
                  <a:pt x="0" y="0"/>
                </a:moveTo>
                <a:lnTo>
                  <a:pt x="9005524" y="0"/>
                </a:lnTo>
                <a:lnTo>
                  <a:pt x="9005524" y="10561692"/>
                </a:lnTo>
                <a:lnTo>
                  <a:pt x="0" y="10561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162" r="-56537"/>
            </a:stretch>
          </a:blipFill>
          <a:effectLst>
            <a:softEdge rad="0"/>
          </a:effectLst>
        </p:spPr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xmlns="" id="{39A57497-76B1-45DA-BCF8-74C0A84DC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880" y="857250"/>
            <a:ext cx="5628602" cy="844290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35204"/>
            <a:ext cx="18288000" cy="10354849"/>
          </a:xfrm>
          <a:custGeom>
            <a:avLst/>
            <a:gdLst/>
            <a:ahLst/>
            <a:cxnLst/>
            <a:rect l="l" t="t" r="r" b="b"/>
            <a:pathLst>
              <a:path w="18288000" h="10354849">
                <a:moveTo>
                  <a:pt x="0" y="0"/>
                </a:moveTo>
                <a:lnTo>
                  <a:pt x="18288000" y="0"/>
                </a:lnTo>
                <a:lnTo>
                  <a:pt x="18288000" y="10354850"/>
                </a:lnTo>
                <a:lnTo>
                  <a:pt x="0" y="1035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320" t="-64783" r="-3603" b="-205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771525"/>
            <a:ext cx="5617186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Felhasznált programok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4365" y="3913772"/>
            <a:ext cx="5059131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GitHub </a:t>
            </a: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Desktop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Visual </a:t>
            </a: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Studio</a:t>
            </a:r>
            <a:r>
              <a:rPr lang="hu-HU" sz="32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Code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phpMyAdmin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XAMPP</a:t>
            </a:r>
            <a:endParaRPr lang="hu-HU" sz="3200" dirty="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Microsoft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Microsoft </a:t>
            </a:r>
            <a:r>
              <a:rPr lang="hu-HU" sz="3200" dirty="0" err="1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Power</a:t>
            </a:r>
            <a:r>
              <a:rPr lang="hu-HU" sz="32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 </a:t>
            </a:r>
            <a:r>
              <a:rPr lang="hu-HU" sz="3200" dirty="0" err="1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Point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Figma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 err="1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Lucidchart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Microsoft </a:t>
            </a: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Teams</a:t>
            </a:r>
            <a:endParaRPr lang="hu-HU" sz="32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Discrod</a:t>
            </a:r>
            <a:endParaRPr lang="hu-HU" sz="3200" dirty="0">
              <a:latin typeface="Source Sans Pro" panose="020B0503030403020204" pitchFamily="34" charset="0"/>
              <a:ea typeface="Source Sans Pro" panose="020B050303040302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32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Trello</a:t>
            </a:r>
            <a:endParaRPr lang="hu-HU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4" name="Picture 42" descr="Microsoft Teams - Wikipedia">
            <a:extLst>
              <a:ext uri="{FF2B5EF4-FFF2-40B4-BE49-F238E27FC236}">
                <a16:creationId xmlns:a16="http://schemas.microsoft.com/office/drawing/2014/main" xmlns="" id="{857BC17E-E702-44D5-B5F9-1ABE3B05F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464" y="3467100"/>
            <a:ext cx="1752600" cy="185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UBC GitHub Instructor Guide | Learning Technology Hub">
            <a:extLst>
              <a:ext uri="{FF2B5EF4-FFF2-40B4-BE49-F238E27FC236}">
                <a16:creationId xmlns:a16="http://schemas.microsoft.com/office/drawing/2014/main" xmlns="" id="{6B94B0A1-9211-4117-8AA9-E3A91B627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6000" y="2675145"/>
            <a:ext cx="3386668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0" descr="Visual Studio Code — Vikipediya">
            <a:extLst>
              <a:ext uri="{FF2B5EF4-FFF2-40B4-BE49-F238E27FC236}">
                <a16:creationId xmlns:a16="http://schemas.microsoft.com/office/drawing/2014/main" xmlns="" id="{5C870CF4-6A61-4EAA-A4C4-1D2E5A096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00" y="4915340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6">
            <a:extLst>
              <a:ext uri="{FF2B5EF4-FFF2-40B4-BE49-F238E27FC236}">
                <a16:creationId xmlns:a16="http://schemas.microsoft.com/office/drawing/2014/main" xmlns="" id="{A8C9CA8A-8AB6-435D-8A14-29B5F1133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264" y="701556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957C9E75-6CC5-4524-AEE7-3673E144F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8325" y="5677340"/>
            <a:ext cx="3464394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E3593C08-A2B7-442F-B9E1-A635A38C5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032" y="1897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xmlns="" id="{245257B1-45B4-4F9D-B2DA-515DAC035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71" y="66081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xmlns="" id="{366B2CA1-A6DD-4E8E-B4D9-EB0F479F2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8329" y="144005"/>
            <a:ext cx="2557644" cy="255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xmlns="" id="{FFB13396-E15B-4950-96AD-44177BEF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635" y="7921278"/>
            <a:ext cx="5715000" cy="149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94877" cy="10385574"/>
          </a:xfrm>
          <a:custGeom>
            <a:avLst/>
            <a:gdLst/>
            <a:ahLst/>
            <a:cxnLst/>
            <a:rect l="l" t="t" r="r" b="b"/>
            <a:pathLst>
              <a:path w="18394877" h="10385574">
                <a:moveTo>
                  <a:pt x="0" y="0"/>
                </a:moveTo>
                <a:lnTo>
                  <a:pt x="18394877" y="0"/>
                </a:lnTo>
                <a:lnTo>
                  <a:pt x="18394877" y="10385574"/>
                </a:lnTo>
                <a:lnTo>
                  <a:pt x="0" y="10385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4294" b="-32825"/>
            </a:stretch>
          </a:blipFill>
        </p:spPr>
        <p:txBody>
          <a:bodyPr/>
          <a:lstStyle/>
          <a:p>
            <a:endParaRPr lang="hu-HU" dirty="0"/>
          </a:p>
        </p:txBody>
      </p:sp>
      <p:sp>
        <p:nvSpPr>
          <p:cNvPr id="6" name="TextBox 6"/>
          <p:cNvSpPr txBox="1"/>
          <p:nvPr/>
        </p:nvSpPr>
        <p:spPr>
          <a:xfrm>
            <a:off x="1358048" y="857250"/>
            <a:ext cx="10590775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hu-HU" sz="50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Munkafelosztás</a:t>
            </a:r>
            <a:endParaRPr lang="en-US" sz="50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07272" y="4314699"/>
            <a:ext cx="3760423" cy="112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Backend</a:t>
            </a:r>
          </a:p>
          <a:p>
            <a:pPr marL="342900" lvl="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Authentication</a:t>
            </a:r>
            <a:endParaRPr lang="hu-HU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Tesztelés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58048" y="4336530"/>
            <a:ext cx="3997387" cy="150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Grafika </a:t>
            </a:r>
          </a:p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Megjelenés </a:t>
            </a:r>
          </a:p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UI</a:t>
            </a:r>
          </a:p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Design tervezés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69529" y="4336530"/>
            <a:ext cx="3760423" cy="114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Adatbázis</a:t>
            </a:r>
          </a:p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Dokumentáció</a:t>
            </a:r>
          </a:p>
          <a:p>
            <a:pPr marL="457200" lvl="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Munkanapló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" name="Freeform 23"/>
          <p:cNvSpPr/>
          <p:nvPr/>
        </p:nvSpPr>
        <p:spPr>
          <a:xfrm rot="-1835250">
            <a:off x="14775790" y="1064200"/>
            <a:ext cx="1499836" cy="1761419"/>
          </a:xfrm>
          <a:custGeom>
            <a:avLst/>
            <a:gdLst/>
            <a:ahLst/>
            <a:cxnLst/>
            <a:rect l="l" t="t" r="r" b="b"/>
            <a:pathLst>
              <a:path w="1499836" h="1761419">
                <a:moveTo>
                  <a:pt x="0" y="0"/>
                </a:moveTo>
                <a:lnTo>
                  <a:pt x="1499836" y="0"/>
                </a:lnTo>
                <a:lnTo>
                  <a:pt x="1499836" y="1761419"/>
                </a:lnTo>
                <a:lnTo>
                  <a:pt x="0" y="1761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" b="-16"/>
            </a:stretch>
          </a:blipFill>
        </p:spPr>
      </p:sp>
      <p:pic>
        <p:nvPicPr>
          <p:cNvPr id="24" name="Picture 18">
            <a:extLst>
              <a:ext uri="{FF2B5EF4-FFF2-40B4-BE49-F238E27FC236}">
                <a16:creationId xmlns:a16="http://schemas.microsoft.com/office/drawing/2014/main" xmlns="" id="{7167E498-91FC-4DBF-B840-EBE7E2595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681" y="6450484"/>
            <a:ext cx="2002074" cy="300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Nodejs original wordmark logo - Social media &amp; Logos Icons">
            <a:extLst>
              <a:ext uri="{FF2B5EF4-FFF2-40B4-BE49-F238E27FC236}">
                <a16:creationId xmlns:a16="http://schemas.microsoft.com/office/drawing/2014/main" xmlns="" id="{D004AD5E-C102-47DE-8DCE-DB2FA866B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516" y="5082342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4">
            <a:extLst>
              <a:ext uri="{FF2B5EF4-FFF2-40B4-BE49-F238E27FC236}">
                <a16:creationId xmlns:a16="http://schemas.microsoft.com/office/drawing/2014/main" xmlns="" id="{0465EBA6-7946-44DC-9689-93F241DD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879" y="6134071"/>
            <a:ext cx="4759427" cy="24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zövegdoboz 24">
            <a:extLst>
              <a:ext uri="{FF2B5EF4-FFF2-40B4-BE49-F238E27FC236}">
                <a16:creationId xmlns:a16="http://schemas.microsoft.com/office/drawing/2014/main" xmlns="" id="{BF5AF1BB-2BC9-4068-83B1-C3D37DB9EC15}"/>
              </a:ext>
            </a:extLst>
          </p:cNvPr>
          <p:cNvSpPr txBox="1"/>
          <p:nvPr/>
        </p:nvSpPr>
        <p:spPr>
          <a:xfrm>
            <a:off x="1143000" y="3262476"/>
            <a:ext cx="2053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/>
              <a:t>Tamás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xmlns="" id="{03930CA9-96DD-4F64-973B-BAC2FDDC688B}"/>
              </a:ext>
            </a:extLst>
          </p:cNvPr>
          <p:cNvSpPr txBox="1"/>
          <p:nvPr/>
        </p:nvSpPr>
        <p:spPr>
          <a:xfrm>
            <a:off x="6934200" y="3262476"/>
            <a:ext cx="2053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/>
              <a:t>Attila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xmlns="" id="{129A5B27-5C60-454E-8CBC-9F675436EF54}"/>
              </a:ext>
            </a:extLst>
          </p:cNvPr>
          <p:cNvSpPr txBox="1"/>
          <p:nvPr/>
        </p:nvSpPr>
        <p:spPr>
          <a:xfrm>
            <a:off x="12996456" y="3262476"/>
            <a:ext cx="277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/>
              <a:t>Zsombor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5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4146"/>
            <a:ext cx="18288000" cy="10354849"/>
          </a:xfrm>
          <a:custGeom>
            <a:avLst/>
            <a:gdLst/>
            <a:ahLst/>
            <a:cxnLst/>
            <a:rect l="l" t="t" r="r" b="b"/>
            <a:pathLst>
              <a:path w="18288000" h="10354849">
                <a:moveTo>
                  <a:pt x="0" y="0"/>
                </a:moveTo>
                <a:lnTo>
                  <a:pt x="18288000" y="0"/>
                </a:lnTo>
                <a:lnTo>
                  <a:pt x="18288000" y="10354850"/>
                </a:lnTo>
                <a:lnTo>
                  <a:pt x="0" y="1035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320" t="-64783" r="-3603" b="-205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71684" y="752475"/>
            <a:ext cx="1394463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hu-HU" sz="80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Kezdeti tervek</a:t>
            </a:r>
            <a:endParaRPr lang="en-US" sz="80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17746" y="2666772"/>
            <a:ext cx="3876389" cy="499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hu-HU" sz="40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Képek feltöltése</a:t>
            </a:r>
            <a:endParaRPr lang="en-US" sz="40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6" name="Kép 35">
            <a:extLst>
              <a:ext uri="{FF2B5EF4-FFF2-40B4-BE49-F238E27FC236}">
                <a16:creationId xmlns:a16="http://schemas.microsoft.com/office/drawing/2014/main" xmlns="" id="{984F32F9-FA43-42FC-9390-B1526EFCF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23" y="3930107"/>
            <a:ext cx="6607505" cy="415841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124291" y="2796433"/>
            <a:ext cx="2807768" cy="49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hu-HU" sz="40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Főoldal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2" name="Kép 31">
            <a:extLst>
              <a:ext uri="{FF2B5EF4-FFF2-40B4-BE49-F238E27FC236}">
                <a16:creationId xmlns:a16="http://schemas.microsoft.com/office/drawing/2014/main" xmlns="" id="{FF17193F-EB32-470D-A797-2FF699F08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851" y="3849140"/>
            <a:ext cx="6512448" cy="4224477"/>
          </a:xfrm>
          <a:prstGeom prst="rect">
            <a:avLst/>
          </a:prstGeom>
        </p:spPr>
      </p:pic>
      <p:sp>
        <p:nvSpPr>
          <p:cNvPr id="15" name="Freeform 15"/>
          <p:cNvSpPr/>
          <p:nvPr/>
        </p:nvSpPr>
        <p:spPr>
          <a:xfrm>
            <a:off x="606709" y="7385878"/>
            <a:ext cx="1196203" cy="1405296"/>
          </a:xfrm>
          <a:custGeom>
            <a:avLst/>
            <a:gdLst/>
            <a:ahLst/>
            <a:cxnLst/>
            <a:rect l="l" t="t" r="r" b="b"/>
            <a:pathLst>
              <a:path w="1196203" h="1405296">
                <a:moveTo>
                  <a:pt x="0" y="0"/>
                </a:moveTo>
                <a:lnTo>
                  <a:pt x="1196204" y="0"/>
                </a:lnTo>
                <a:lnTo>
                  <a:pt x="1196204" y="1405296"/>
                </a:lnTo>
                <a:lnTo>
                  <a:pt x="0" y="1405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577218" y="7604286"/>
            <a:ext cx="1482745" cy="980490"/>
          </a:xfrm>
          <a:custGeom>
            <a:avLst/>
            <a:gdLst/>
            <a:ahLst/>
            <a:cxnLst/>
            <a:rect l="l" t="t" r="r" b="b"/>
            <a:pathLst>
              <a:path w="1482745" h="980490">
                <a:moveTo>
                  <a:pt x="0" y="0"/>
                </a:moveTo>
                <a:lnTo>
                  <a:pt x="1482745" y="0"/>
                </a:lnTo>
                <a:lnTo>
                  <a:pt x="1482745" y="980490"/>
                </a:lnTo>
                <a:lnTo>
                  <a:pt x="0" y="9804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394892" y="7912341"/>
            <a:ext cx="1337372" cy="1251780"/>
          </a:xfrm>
          <a:custGeom>
            <a:avLst/>
            <a:gdLst/>
            <a:ahLst/>
            <a:cxnLst/>
            <a:rect l="l" t="t" r="r" b="b"/>
            <a:pathLst>
              <a:path w="1337372" h="1251780">
                <a:moveTo>
                  <a:pt x="0" y="0"/>
                </a:moveTo>
                <a:lnTo>
                  <a:pt x="1337372" y="0"/>
                </a:lnTo>
                <a:lnTo>
                  <a:pt x="1337372" y="1251779"/>
                </a:lnTo>
                <a:lnTo>
                  <a:pt x="0" y="12517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hu-HU" dirty="0"/>
          </a:p>
        </p:txBody>
      </p:sp>
      <p:sp>
        <p:nvSpPr>
          <p:cNvPr id="29" name="Freeform 29"/>
          <p:cNvSpPr/>
          <p:nvPr/>
        </p:nvSpPr>
        <p:spPr>
          <a:xfrm>
            <a:off x="15290810" y="2796433"/>
            <a:ext cx="1307511" cy="1231493"/>
          </a:xfrm>
          <a:custGeom>
            <a:avLst/>
            <a:gdLst/>
            <a:ahLst/>
            <a:cxnLst/>
            <a:rect l="l" t="t" r="r" b="b"/>
            <a:pathLst>
              <a:path w="1307511" h="1231493">
                <a:moveTo>
                  <a:pt x="0" y="0"/>
                </a:moveTo>
                <a:lnTo>
                  <a:pt x="1307511" y="0"/>
                </a:lnTo>
                <a:lnTo>
                  <a:pt x="1307511" y="1231492"/>
                </a:lnTo>
                <a:lnTo>
                  <a:pt x="0" y="12314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hu-HU" dirty="0"/>
          </a:p>
        </p:txBody>
      </p:sp>
      <p:sp>
        <p:nvSpPr>
          <p:cNvPr id="30" name="Freeform 30"/>
          <p:cNvSpPr/>
          <p:nvPr/>
        </p:nvSpPr>
        <p:spPr>
          <a:xfrm>
            <a:off x="6749824" y="2254862"/>
            <a:ext cx="1327424" cy="1403964"/>
          </a:xfrm>
          <a:custGeom>
            <a:avLst/>
            <a:gdLst/>
            <a:ahLst/>
            <a:cxnLst/>
            <a:rect l="l" t="t" r="r" b="b"/>
            <a:pathLst>
              <a:path w="1327424" h="1403964">
                <a:moveTo>
                  <a:pt x="0" y="0"/>
                </a:moveTo>
                <a:lnTo>
                  <a:pt x="1327424" y="0"/>
                </a:lnTo>
                <a:lnTo>
                  <a:pt x="1327424" y="1403964"/>
                </a:lnTo>
                <a:lnTo>
                  <a:pt x="0" y="14039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0295" y="3664"/>
            <a:ext cx="15197705" cy="10279672"/>
          </a:xfrm>
          <a:custGeom>
            <a:avLst/>
            <a:gdLst/>
            <a:ahLst/>
            <a:cxnLst/>
            <a:rect l="l" t="t" r="r" b="b"/>
            <a:pathLst>
              <a:path w="15197705" h="10279672">
                <a:moveTo>
                  <a:pt x="0" y="0"/>
                </a:moveTo>
                <a:lnTo>
                  <a:pt x="15197705" y="0"/>
                </a:lnTo>
                <a:lnTo>
                  <a:pt x="15197705" y="10279672"/>
                </a:lnTo>
                <a:lnTo>
                  <a:pt x="0" y="10279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63" t="-21545" r="-1228" b="-2820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84084" y="0"/>
            <a:ext cx="3970184" cy="12777251"/>
            <a:chOff x="0" y="0"/>
            <a:chExt cx="5293578" cy="17036334"/>
          </a:xfrm>
        </p:grpSpPr>
        <p:grpSp>
          <p:nvGrpSpPr>
            <p:cNvPr id="4" name="Group 4"/>
            <p:cNvGrpSpPr/>
            <p:nvPr/>
          </p:nvGrpSpPr>
          <p:grpSpPr>
            <a:xfrm>
              <a:off x="1178778" y="0"/>
              <a:ext cx="4114800" cy="13716000"/>
              <a:chOff x="0" y="0"/>
              <a:chExt cx="812800" cy="27093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709333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812800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-1896191"/>
              <a:ext cx="4687489" cy="18932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96000"/>
                </a:lnSpc>
                <a:spcBef>
                  <a:spcPct val="0"/>
                </a:spcBef>
              </a:pPr>
              <a:r>
                <a:rPr lang="en-US" sz="80000" dirty="0">
                  <a:solidFill>
                    <a:srgbClr val="FFFFFF"/>
                  </a:solidFill>
                  <a:latin typeface="29LT Bukra"/>
                  <a:ea typeface="29LT Bukra"/>
                  <a:cs typeface="29LT Bukra"/>
                  <a:sym typeface="29LT Bukra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55793" y="413735"/>
            <a:ext cx="6161348" cy="9400204"/>
            <a:chOff x="0" y="0"/>
            <a:chExt cx="8215130" cy="1253360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3500" cy="12533605"/>
              <a:chOff x="0" y="0"/>
              <a:chExt cx="12543" cy="247577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018954" y="0"/>
              <a:ext cx="63500" cy="12533605"/>
              <a:chOff x="0" y="0"/>
              <a:chExt cx="12543" cy="247577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037908" y="0"/>
              <a:ext cx="63500" cy="12533605"/>
              <a:chOff x="0" y="0"/>
              <a:chExt cx="12543" cy="24757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056861" y="0"/>
              <a:ext cx="63500" cy="12533605"/>
              <a:chOff x="0" y="0"/>
              <a:chExt cx="12543" cy="24757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075815" y="0"/>
              <a:ext cx="63500" cy="12533605"/>
              <a:chOff x="0" y="0"/>
              <a:chExt cx="12543" cy="247577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94769" y="0"/>
              <a:ext cx="63500" cy="12533605"/>
              <a:chOff x="0" y="0"/>
              <a:chExt cx="12543" cy="247577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113723" y="0"/>
              <a:ext cx="63500" cy="12533605"/>
              <a:chOff x="0" y="0"/>
              <a:chExt cx="12543" cy="247577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132677" y="0"/>
              <a:ext cx="63500" cy="12533605"/>
              <a:chOff x="0" y="0"/>
              <a:chExt cx="12543" cy="247577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151630" y="0"/>
              <a:ext cx="63500" cy="12533605"/>
              <a:chOff x="0" y="0"/>
              <a:chExt cx="12543" cy="247577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36" name="Freeform 36"/>
          <p:cNvSpPr/>
          <p:nvPr/>
        </p:nvSpPr>
        <p:spPr>
          <a:xfrm>
            <a:off x="8151364" y="7314290"/>
            <a:ext cx="2537784" cy="2387182"/>
          </a:xfrm>
          <a:custGeom>
            <a:avLst/>
            <a:gdLst/>
            <a:ahLst/>
            <a:cxnLst/>
            <a:rect l="l" t="t" r="r" b="b"/>
            <a:pathLst>
              <a:path w="2537784" h="2387182">
                <a:moveTo>
                  <a:pt x="0" y="0"/>
                </a:moveTo>
                <a:lnTo>
                  <a:pt x="2537783" y="0"/>
                </a:lnTo>
                <a:lnTo>
                  <a:pt x="2537783" y="2387182"/>
                </a:lnTo>
                <a:lnTo>
                  <a:pt x="0" y="2387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848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436466" y="1261964"/>
            <a:ext cx="1162737" cy="1109801"/>
          </a:xfrm>
          <a:custGeom>
            <a:avLst/>
            <a:gdLst/>
            <a:ahLst/>
            <a:cxnLst/>
            <a:rect l="l" t="t" r="r" b="b"/>
            <a:pathLst>
              <a:path w="1162737" h="1109801">
                <a:moveTo>
                  <a:pt x="0" y="0"/>
                </a:moveTo>
                <a:lnTo>
                  <a:pt x="1162737" y="0"/>
                </a:lnTo>
                <a:lnTo>
                  <a:pt x="1162737" y="1109800"/>
                </a:lnTo>
                <a:lnTo>
                  <a:pt x="0" y="1109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086100" y="0"/>
            <a:ext cx="3086100" cy="10335776"/>
          </a:xfrm>
          <a:custGeom>
            <a:avLst/>
            <a:gdLst/>
            <a:ahLst/>
            <a:cxnLst/>
            <a:rect l="l" t="t" r="r" b="b"/>
            <a:pathLst>
              <a:path w="3086100" h="10335776">
                <a:moveTo>
                  <a:pt x="0" y="0"/>
                </a:moveTo>
                <a:lnTo>
                  <a:pt x="3086100" y="0"/>
                </a:lnTo>
                <a:lnTo>
                  <a:pt x="3086100" y="10335776"/>
                </a:lnTo>
                <a:lnTo>
                  <a:pt x="0" y="10335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4981" r="-237389"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6524625" y="2847032"/>
            <a:ext cx="11382375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8000"/>
              </a:lnSpc>
              <a:spcBef>
                <a:spcPct val="0"/>
              </a:spcBef>
            </a:pPr>
            <a:r>
              <a:rPr lang="hu-HU" sz="15000" dirty="0" err="1">
                <a:solidFill>
                  <a:srgbClr val="1F5FF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User</a:t>
            </a:r>
            <a:r>
              <a:rPr lang="hu-HU" sz="15000" dirty="0">
                <a:solidFill>
                  <a:srgbClr val="1F5FF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hu-HU" sz="15000" dirty="0" err="1">
                <a:solidFill>
                  <a:srgbClr val="1F5FF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interface</a:t>
            </a:r>
            <a:endParaRPr lang="en-US" sz="15000" dirty="0">
              <a:solidFill>
                <a:srgbClr val="1F5FF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288400" y="5009062"/>
            <a:ext cx="7936095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hu-HU" sz="32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Graphics</a:t>
            </a: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and </a:t>
            </a:r>
            <a:r>
              <a:rPr lang="hu-HU" sz="32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overall design of </a:t>
            </a: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website</a:t>
            </a:r>
          </a:p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hu-HU" sz="32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Responsible</a:t>
            </a: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hu-HU" sz="32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person</a:t>
            </a: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Tamás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87551" y="5495"/>
            <a:ext cx="12088062" cy="10276045"/>
          </a:xfrm>
          <a:custGeom>
            <a:avLst/>
            <a:gdLst/>
            <a:ahLst/>
            <a:cxnLst/>
            <a:rect l="l" t="t" r="r" b="b"/>
            <a:pathLst>
              <a:path w="12088062" h="10276045">
                <a:moveTo>
                  <a:pt x="0" y="0"/>
                </a:moveTo>
                <a:lnTo>
                  <a:pt x="12088062" y="0"/>
                </a:lnTo>
                <a:lnTo>
                  <a:pt x="12088062" y="10276045"/>
                </a:lnTo>
                <a:lnTo>
                  <a:pt x="0" y="10276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26" t="-2102" r="-1229" b="-171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F5FF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086100" y="-48776"/>
            <a:ext cx="3086100" cy="10384553"/>
          </a:xfrm>
          <a:custGeom>
            <a:avLst/>
            <a:gdLst/>
            <a:ahLst/>
            <a:cxnLst/>
            <a:rect l="l" t="t" r="r" b="b"/>
            <a:pathLst>
              <a:path w="3086100" h="10384553">
                <a:moveTo>
                  <a:pt x="0" y="0"/>
                </a:moveTo>
                <a:lnTo>
                  <a:pt x="3086100" y="0"/>
                </a:lnTo>
                <a:lnTo>
                  <a:pt x="3086100" y="10384552"/>
                </a:lnTo>
                <a:lnTo>
                  <a:pt x="0" y="10384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114" t="-31906" r="-94579" b="-257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2486917" y="-2079353"/>
            <a:ext cx="3515617" cy="1486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000"/>
              </a:lnSpc>
              <a:spcBef>
                <a:spcPct val="0"/>
              </a:spcBef>
            </a:pPr>
            <a:r>
              <a:rPr lang="en-US" sz="8000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355793" y="413735"/>
            <a:ext cx="6161348" cy="9400204"/>
            <a:chOff x="0" y="0"/>
            <a:chExt cx="8215130" cy="1253360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3500" cy="12533605"/>
              <a:chOff x="0" y="0"/>
              <a:chExt cx="12543" cy="247577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018954" y="0"/>
              <a:ext cx="63500" cy="12533605"/>
              <a:chOff x="0" y="0"/>
              <a:chExt cx="12543" cy="247577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037908" y="0"/>
              <a:ext cx="63500" cy="12533605"/>
              <a:chOff x="0" y="0"/>
              <a:chExt cx="12543" cy="24757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056861" y="0"/>
              <a:ext cx="63500" cy="12533605"/>
              <a:chOff x="0" y="0"/>
              <a:chExt cx="12543" cy="24757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075815" y="0"/>
              <a:ext cx="63500" cy="12533605"/>
              <a:chOff x="0" y="0"/>
              <a:chExt cx="12543" cy="247577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94769" y="0"/>
              <a:ext cx="63500" cy="12533605"/>
              <a:chOff x="0" y="0"/>
              <a:chExt cx="12543" cy="247577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113723" y="0"/>
              <a:ext cx="63500" cy="12533605"/>
              <a:chOff x="0" y="0"/>
              <a:chExt cx="12543" cy="247577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132677" y="0"/>
              <a:ext cx="63500" cy="12533605"/>
              <a:chOff x="0" y="0"/>
              <a:chExt cx="12543" cy="247577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151630" y="0"/>
              <a:ext cx="63500" cy="12533605"/>
              <a:chOff x="0" y="0"/>
              <a:chExt cx="12543" cy="247577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7023032" y="2847032"/>
            <a:ext cx="10245650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000"/>
              </a:lnSpc>
              <a:spcBef>
                <a:spcPct val="0"/>
              </a:spcBef>
            </a:pPr>
            <a:r>
              <a:rPr lang="hu-HU" sz="15000" dirty="0">
                <a:solidFill>
                  <a:srgbClr val="1F5FF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Adatbázis</a:t>
            </a:r>
            <a:endParaRPr lang="en-US" sz="15000" dirty="0">
              <a:solidFill>
                <a:srgbClr val="1F5FF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183482" y="5009062"/>
            <a:ext cx="737807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Felelős: Zsombor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9693798" y="6871118"/>
            <a:ext cx="2537784" cy="2387182"/>
          </a:xfrm>
          <a:custGeom>
            <a:avLst/>
            <a:gdLst/>
            <a:ahLst/>
            <a:cxnLst/>
            <a:rect l="l" t="t" r="r" b="b"/>
            <a:pathLst>
              <a:path w="2537784" h="2387182">
                <a:moveTo>
                  <a:pt x="0" y="0"/>
                </a:moveTo>
                <a:lnTo>
                  <a:pt x="2537784" y="0"/>
                </a:lnTo>
                <a:lnTo>
                  <a:pt x="2537784" y="2387182"/>
                </a:lnTo>
                <a:lnTo>
                  <a:pt x="0" y="23871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848"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5258169" y="1028700"/>
            <a:ext cx="1162737" cy="1109801"/>
          </a:xfrm>
          <a:custGeom>
            <a:avLst/>
            <a:gdLst/>
            <a:ahLst/>
            <a:cxnLst/>
            <a:rect l="l" t="t" r="r" b="b"/>
            <a:pathLst>
              <a:path w="1162737" h="1109801">
                <a:moveTo>
                  <a:pt x="0" y="0"/>
                </a:moveTo>
                <a:lnTo>
                  <a:pt x="1162737" y="0"/>
                </a:lnTo>
                <a:lnTo>
                  <a:pt x="1162737" y="1109801"/>
                </a:lnTo>
                <a:lnTo>
                  <a:pt x="0" y="11098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0884617" cy="10292890"/>
          </a:xfrm>
          <a:custGeom>
            <a:avLst/>
            <a:gdLst/>
            <a:ahLst/>
            <a:cxnLst/>
            <a:rect l="l" t="t" r="r" b="b"/>
            <a:pathLst>
              <a:path w="10884617" h="10292890">
                <a:moveTo>
                  <a:pt x="0" y="0"/>
                </a:moveTo>
                <a:lnTo>
                  <a:pt x="10884617" y="0"/>
                </a:lnTo>
                <a:lnTo>
                  <a:pt x="10884617" y="10292890"/>
                </a:lnTo>
                <a:lnTo>
                  <a:pt x="0" y="1029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6508" t="-12632"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605" b="1605"/>
          <a:stretch>
            <a:fillRect/>
          </a:stretch>
        </p:blipFill>
        <p:spPr>
          <a:xfrm>
            <a:off x="10316747" y="0"/>
            <a:ext cx="7971253" cy="1028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28700" y="771525"/>
            <a:ext cx="88011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Miket tárolunk?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5151" y="2275918"/>
            <a:ext cx="3870752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Képek adatai</a:t>
            </a:r>
            <a:endParaRPr lang="en-US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1838" y="5108051"/>
            <a:ext cx="350837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Felhasználók adatai</a:t>
            </a:r>
            <a:endParaRPr lang="en-US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5151" y="8011082"/>
            <a:ext cx="3870752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Közösségi interakciók</a:t>
            </a:r>
            <a:endParaRPr lang="en-US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5151" y="2957475"/>
            <a:ext cx="2781300" cy="171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Kép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Cím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Leírás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Tagek</a:t>
            </a:r>
            <a:endParaRPr lang="en-US" sz="2399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1838" y="5789608"/>
            <a:ext cx="2642207" cy="171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Email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Jelszó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Felhasználónév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Bio</a:t>
            </a:r>
            <a:endParaRPr lang="en-US" sz="2399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5151" y="8692639"/>
            <a:ext cx="2781300" cy="843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Szavazatok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3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Kommentek</a:t>
            </a:r>
          </a:p>
        </p:txBody>
      </p:sp>
      <p:sp>
        <p:nvSpPr>
          <p:cNvPr id="18" name="Freeform 18"/>
          <p:cNvSpPr/>
          <p:nvPr/>
        </p:nvSpPr>
        <p:spPr>
          <a:xfrm>
            <a:off x="8807484" y="1539789"/>
            <a:ext cx="3341407" cy="2152650"/>
          </a:xfrm>
          <a:custGeom>
            <a:avLst/>
            <a:gdLst/>
            <a:ahLst/>
            <a:cxnLst/>
            <a:rect l="l" t="t" r="r" b="b"/>
            <a:pathLst>
              <a:path w="3341407" h="2152650">
                <a:moveTo>
                  <a:pt x="0" y="0"/>
                </a:moveTo>
                <a:lnTo>
                  <a:pt x="3341407" y="0"/>
                </a:lnTo>
                <a:lnTo>
                  <a:pt x="3341407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643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117311" y="4345337"/>
            <a:ext cx="4195507" cy="6446017"/>
            <a:chOff x="0" y="0"/>
            <a:chExt cx="1104989" cy="16977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4989" cy="1697717"/>
            </a:xfrm>
            <a:custGeom>
              <a:avLst/>
              <a:gdLst/>
              <a:ahLst/>
              <a:cxnLst/>
              <a:rect l="l" t="t" r="r" b="b"/>
              <a:pathLst>
                <a:path w="1104989" h="1697717">
                  <a:moveTo>
                    <a:pt x="0" y="0"/>
                  </a:moveTo>
                  <a:lnTo>
                    <a:pt x="1104989" y="0"/>
                  </a:lnTo>
                  <a:lnTo>
                    <a:pt x="1104989" y="1697717"/>
                  </a:lnTo>
                  <a:lnTo>
                    <a:pt x="0" y="1697717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04989" cy="1745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14607" y="-589327"/>
            <a:ext cx="4401539" cy="8157674"/>
            <a:chOff x="0" y="0"/>
            <a:chExt cx="1159253" cy="21485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9253" cy="2148523"/>
            </a:xfrm>
            <a:custGeom>
              <a:avLst/>
              <a:gdLst/>
              <a:ahLst/>
              <a:cxnLst/>
              <a:rect l="l" t="t" r="r" b="b"/>
              <a:pathLst>
                <a:path w="1159253" h="2148523">
                  <a:moveTo>
                    <a:pt x="0" y="0"/>
                  </a:moveTo>
                  <a:lnTo>
                    <a:pt x="1159253" y="0"/>
                  </a:lnTo>
                  <a:lnTo>
                    <a:pt x="1159253" y="2148523"/>
                  </a:lnTo>
                  <a:lnTo>
                    <a:pt x="0" y="2148523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59253" cy="21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20997" y="5143500"/>
            <a:ext cx="4195507" cy="6446017"/>
            <a:chOff x="0" y="0"/>
            <a:chExt cx="1104989" cy="16977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4989" cy="1697717"/>
            </a:xfrm>
            <a:custGeom>
              <a:avLst/>
              <a:gdLst/>
              <a:ahLst/>
              <a:cxnLst/>
              <a:rect l="l" t="t" r="r" b="b"/>
              <a:pathLst>
                <a:path w="1104989" h="1697717">
                  <a:moveTo>
                    <a:pt x="0" y="0"/>
                  </a:moveTo>
                  <a:lnTo>
                    <a:pt x="1104989" y="0"/>
                  </a:lnTo>
                  <a:lnTo>
                    <a:pt x="1104989" y="1697717"/>
                  </a:lnTo>
                  <a:lnTo>
                    <a:pt x="0" y="1697717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04989" cy="1745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26780" y="4345337"/>
            <a:ext cx="2777194" cy="1469563"/>
            <a:chOff x="0" y="0"/>
            <a:chExt cx="3702925" cy="1959417"/>
          </a:xfrm>
        </p:grpSpPr>
        <p:sp>
          <p:nvSpPr>
            <p:cNvPr id="13" name="TextBox 13"/>
            <p:cNvSpPr txBox="1"/>
            <p:nvPr/>
          </p:nvSpPr>
          <p:spPr>
            <a:xfrm>
              <a:off x="563760" y="0"/>
              <a:ext cx="236399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  <a:spcBef>
                  <a:spcPct val="0"/>
                </a:spcBef>
              </a:pPr>
              <a:r>
                <a:rPr lang="hu-HU" sz="32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2NF</a:t>
              </a:r>
              <a:endPara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34065"/>
              <a:ext cx="3702925" cy="112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chemeClr val="bg1">
                      <a:lumMod val="95000"/>
                    </a:schemeClr>
                  </a:solidFill>
                </a:rPr>
                <a:t>1NF + nincs részleges függőség</a:t>
              </a:r>
              <a:endParaRPr lang="en-US" sz="2400" dirty="0">
                <a:solidFill>
                  <a:schemeClr val="bg1">
                    <a:lumMod val="95000"/>
                  </a:schemeClr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3665548" y="1388745"/>
            <a:ext cx="2001620" cy="1873516"/>
          </a:xfrm>
          <a:custGeom>
            <a:avLst/>
            <a:gdLst/>
            <a:ahLst/>
            <a:cxnLst/>
            <a:rect l="l" t="t" r="r" b="b"/>
            <a:pathLst>
              <a:path w="2001620" h="1873516">
                <a:moveTo>
                  <a:pt x="0" y="0"/>
                </a:moveTo>
                <a:lnTo>
                  <a:pt x="2001620" y="0"/>
                </a:lnTo>
                <a:lnTo>
                  <a:pt x="2001620" y="1873516"/>
                </a:lnTo>
                <a:lnTo>
                  <a:pt x="0" y="1873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3592057" y="6948055"/>
            <a:ext cx="8067127" cy="8229600"/>
          </a:xfrm>
          <a:custGeom>
            <a:avLst/>
            <a:gdLst/>
            <a:ahLst/>
            <a:cxnLst/>
            <a:rect l="l" t="t" r="r" b="b"/>
            <a:pathLst>
              <a:path w="8067127" h="8229600">
                <a:moveTo>
                  <a:pt x="0" y="0"/>
                </a:moveTo>
                <a:lnTo>
                  <a:pt x="8067127" y="0"/>
                </a:lnTo>
                <a:lnTo>
                  <a:pt x="806712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2825847" y="6129838"/>
            <a:ext cx="2777194" cy="1469563"/>
            <a:chOff x="0" y="0"/>
            <a:chExt cx="3702925" cy="1959417"/>
          </a:xfrm>
        </p:grpSpPr>
        <p:sp>
          <p:nvSpPr>
            <p:cNvPr id="18" name="TextBox 18"/>
            <p:cNvSpPr txBox="1"/>
            <p:nvPr/>
          </p:nvSpPr>
          <p:spPr>
            <a:xfrm>
              <a:off x="563760" y="0"/>
              <a:ext cx="236399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  <a:spcBef>
                  <a:spcPct val="0"/>
                </a:spcBef>
              </a:pPr>
              <a:r>
                <a:rPr lang="hu-HU" sz="32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3NF</a:t>
              </a:r>
              <a:endPara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834065"/>
              <a:ext cx="3702925" cy="112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chemeClr val="bg1">
                      <a:lumMod val="95000"/>
                    </a:schemeClr>
                  </a:solidFill>
                </a:rPr>
                <a:t>2NF + nincs tranzitív függőség</a:t>
              </a:r>
              <a:endParaRPr lang="en-US" sz="2400" dirty="0">
                <a:solidFill>
                  <a:schemeClr val="bg1">
                    <a:lumMod val="95000"/>
                  </a:schemeClr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857250"/>
            <a:ext cx="4195507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hu-HU" sz="500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Normalizálás</a:t>
            </a:r>
            <a:endParaRPr lang="en-US" sz="5000" dirty="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2827713" y="5410585"/>
            <a:ext cx="2777194" cy="1469563"/>
            <a:chOff x="0" y="0"/>
            <a:chExt cx="3702925" cy="1959417"/>
          </a:xfrm>
        </p:grpSpPr>
        <p:sp>
          <p:nvSpPr>
            <p:cNvPr id="23" name="TextBox 23"/>
            <p:cNvSpPr txBox="1"/>
            <p:nvPr/>
          </p:nvSpPr>
          <p:spPr>
            <a:xfrm>
              <a:off x="563760" y="0"/>
              <a:ext cx="236399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0"/>
                </a:lnSpc>
                <a:spcBef>
                  <a:spcPct val="0"/>
                </a:spcBef>
              </a:pPr>
              <a:r>
                <a:rPr lang="hu-HU" sz="32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1NF</a:t>
              </a:r>
              <a:endParaRPr lang="en-US" sz="32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834065"/>
              <a:ext cx="3702925" cy="1125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chemeClr val="bg1">
                      <a:lumMod val="95000"/>
                    </a:schemeClr>
                  </a:solidFill>
                </a:rPr>
                <a:t>Atomi értékek, ismétlődés nélkül</a:t>
              </a:r>
              <a:endParaRPr lang="en-US" sz="2400" dirty="0">
                <a:solidFill>
                  <a:schemeClr val="bg1">
                    <a:lumMod val="95000"/>
                  </a:schemeClr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8592091" y="2874698"/>
            <a:ext cx="1046668" cy="1229622"/>
          </a:xfrm>
          <a:custGeom>
            <a:avLst/>
            <a:gdLst/>
            <a:ahLst/>
            <a:cxnLst/>
            <a:rect l="l" t="t" r="r" b="b"/>
            <a:pathLst>
              <a:path w="1046668" h="1229622">
                <a:moveTo>
                  <a:pt x="0" y="0"/>
                </a:moveTo>
                <a:lnTo>
                  <a:pt x="1046668" y="0"/>
                </a:lnTo>
                <a:lnTo>
                  <a:pt x="1046668" y="1229622"/>
                </a:lnTo>
                <a:lnTo>
                  <a:pt x="0" y="1229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616422" y="4724113"/>
            <a:ext cx="1078512" cy="1059732"/>
          </a:xfrm>
          <a:custGeom>
            <a:avLst/>
            <a:gdLst/>
            <a:ahLst/>
            <a:cxnLst/>
            <a:rect l="l" t="t" r="r" b="b"/>
            <a:pathLst>
              <a:path w="1078512" h="1059732">
                <a:moveTo>
                  <a:pt x="0" y="0"/>
                </a:moveTo>
                <a:lnTo>
                  <a:pt x="1078511" y="0"/>
                </a:lnTo>
                <a:lnTo>
                  <a:pt x="1078511" y="1059732"/>
                </a:lnTo>
                <a:lnTo>
                  <a:pt x="0" y="1059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459627" y="3997824"/>
            <a:ext cx="1225125" cy="1256155"/>
          </a:xfrm>
          <a:custGeom>
            <a:avLst/>
            <a:gdLst/>
            <a:ahLst/>
            <a:cxnLst/>
            <a:rect l="l" t="t" r="r" b="b"/>
            <a:pathLst>
              <a:path w="1225125" h="1256155">
                <a:moveTo>
                  <a:pt x="0" y="0"/>
                </a:moveTo>
                <a:lnTo>
                  <a:pt x="1225125" y="0"/>
                </a:lnTo>
                <a:lnTo>
                  <a:pt x="1225125" y="1256155"/>
                </a:lnTo>
                <a:lnTo>
                  <a:pt x="0" y="12561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4147"/>
            <a:ext cx="18288000" cy="10354849"/>
          </a:xfrm>
          <a:custGeom>
            <a:avLst/>
            <a:gdLst/>
            <a:ahLst/>
            <a:cxnLst/>
            <a:rect l="l" t="t" r="r" b="b"/>
            <a:pathLst>
              <a:path w="18288000" h="10354849">
                <a:moveTo>
                  <a:pt x="0" y="0"/>
                </a:moveTo>
                <a:lnTo>
                  <a:pt x="18288000" y="0"/>
                </a:lnTo>
                <a:lnTo>
                  <a:pt x="18288000" y="10354850"/>
                </a:lnTo>
                <a:lnTo>
                  <a:pt x="0" y="1035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320" t="-64783" r="-3603" b="-2052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995897"/>
            <a:ext cx="18288000" cy="4891548"/>
            <a:chOff x="0" y="0"/>
            <a:chExt cx="24384000" cy="652206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t="29926" b="29926"/>
            <a:stretch>
              <a:fillRect/>
            </a:stretch>
          </p:blipFill>
          <p:spPr>
            <a:xfrm>
              <a:off x="0" y="0"/>
              <a:ext cx="24384000" cy="652206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52400" y="521859"/>
            <a:ext cx="10138647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Végleges adatbázis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377584" y="8420169"/>
            <a:ext cx="1849209" cy="838131"/>
          </a:xfrm>
          <a:custGeom>
            <a:avLst/>
            <a:gdLst/>
            <a:ahLst/>
            <a:cxnLst/>
            <a:rect l="l" t="t" r="r" b="b"/>
            <a:pathLst>
              <a:path w="1849209" h="838131">
                <a:moveTo>
                  <a:pt x="0" y="0"/>
                </a:moveTo>
                <a:lnTo>
                  <a:pt x="1849209" y="0"/>
                </a:lnTo>
                <a:lnTo>
                  <a:pt x="1849209" y="838131"/>
                </a:lnTo>
                <a:lnTo>
                  <a:pt x="0" y="838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382475">
            <a:off x="1818345" y="3310864"/>
            <a:ext cx="1908866" cy="1378997"/>
          </a:xfrm>
          <a:custGeom>
            <a:avLst/>
            <a:gdLst/>
            <a:ahLst/>
            <a:cxnLst/>
            <a:rect l="l" t="t" r="r" b="b"/>
            <a:pathLst>
              <a:path w="1908866" h="1378997">
                <a:moveTo>
                  <a:pt x="0" y="0"/>
                </a:moveTo>
                <a:lnTo>
                  <a:pt x="1908866" y="0"/>
                </a:lnTo>
                <a:lnTo>
                  <a:pt x="1908866" y="1378997"/>
                </a:lnTo>
                <a:lnTo>
                  <a:pt x="0" y="13789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xmlns="" id="{02CE385F-CAE6-43E5-A760-9100864C9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556" y="1983751"/>
            <a:ext cx="12448755" cy="75965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Freeform 8"/>
          <p:cNvSpPr/>
          <p:nvPr/>
        </p:nvSpPr>
        <p:spPr>
          <a:xfrm>
            <a:off x="16002000" y="1313037"/>
            <a:ext cx="1590240" cy="1488464"/>
          </a:xfrm>
          <a:custGeom>
            <a:avLst/>
            <a:gdLst/>
            <a:ahLst/>
            <a:cxnLst/>
            <a:rect l="l" t="t" r="r" b="b"/>
            <a:pathLst>
              <a:path w="1590240" h="1488464">
                <a:moveTo>
                  <a:pt x="0" y="0"/>
                </a:moveTo>
                <a:lnTo>
                  <a:pt x="1590239" y="0"/>
                </a:lnTo>
                <a:lnTo>
                  <a:pt x="1590239" y="1488465"/>
                </a:lnTo>
                <a:lnTo>
                  <a:pt x="0" y="14884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hu-HU" dirty="0"/>
          </a:p>
        </p:txBody>
      </p:sp>
    </p:spTree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00496" y="1790740"/>
            <a:ext cx="11887008" cy="7615556"/>
            <a:chOff x="0" y="53"/>
            <a:chExt cx="15849344" cy="10154075"/>
          </a:xfrm>
        </p:grpSpPr>
        <p:sp>
          <p:nvSpPr>
            <p:cNvPr id="3" name="TextBox 3"/>
            <p:cNvSpPr txBox="1"/>
            <p:nvPr/>
          </p:nvSpPr>
          <p:spPr>
            <a:xfrm>
              <a:off x="1802985" y="2078173"/>
              <a:ext cx="3028952" cy="71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99"/>
                </a:lnSpc>
                <a:spcBef>
                  <a:spcPct val="0"/>
                </a:spcBef>
              </a:pPr>
              <a:r>
                <a:rPr lang="hu-HU" sz="2999" b="1" dirty="0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Tárolt eljárás</a:t>
              </a:r>
              <a:endParaRPr lang="en-US" sz="2999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02985" y="2761308"/>
              <a:ext cx="5660220" cy="1184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36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Új komment beszúrása</a:t>
              </a:r>
            </a:p>
            <a:p>
              <a:pPr marL="342900" indent="-342900" algn="l">
                <a:lnSpc>
                  <a:spcPts val="36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Komment ellenőrzése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820655" y="5750644"/>
              <a:ext cx="4254317" cy="14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99"/>
                </a:lnSpc>
                <a:spcBef>
                  <a:spcPct val="0"/>
                </a:spcBef>
              </a:pPr>
              <a:r>
                <a:rPr lang="hu-HU" sz="2999" b="1" dirty="0" err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Trigger</a:t>
              </a:r>
              <a:r>
                <a:rPr lang="hu-HU" sz="2999" b="1" dirty="0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2</a:t>
              </a:r>
              <a:endParaRPr lang="en-US" sz="2999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  <a:p>
              <a:pPr algn="just">
                <a:lnSpc>
                  <a:spcPts val="4499"/>
                </a:lnSpc>
                <a:spcBef>
                  <a:spcPct val="0"/>
                </a:spcBef>
              </a:pPr>
              <a:endParaRPr lang="en-US" sz="2999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20655" y="6443304"/>
              <a:ext cx="4797627" cy="1799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3599"/>
                </a:lnSpc>
                <a:buFont typeface="Arial" panose="020B0604020202020204" pitchFamily="34" charset="0"/>
                <a:buChar char="•"/>
              </a:pPr>
              <a:r>
                <a:rPr lang="hu-HU" sz="2399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Felhasználó beszúrása</a:t>
              </a:r>
            </a:p>
            <a:p>
              <a:pPr marL="342900" indent="-342900" algn="l">
                <a:lnSpc>
                  <a:spcPts val="3599"/>
                </a:lnSpc>
                <a:buFont typeface="Arial" panose="020B0604020202020204" pitchFamily="34" charset="0"/>
                <a:buChar char="•"/>
              </a:pPr>
              <a:r>
                <a:rPr lang="hu-HU" sz="2399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Felhasználói adatok ellenőrzése</a:t>
              </a:r>
              <a:endParaRPr lang="en-US" sz="23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54564" y="2078173"/>
              <a:ext cx="4269735" cy="71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99"/>
                </a:lnSpc>
                <a:spcBef>
                  <a:spcPct val="0"/>
                </a:spcBef>
              </a:pPr>
              <a:r>
                <a:rPr lang="hu-HU" sz="2999" b="1" dirty="0" err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Trigger</a:t>
              </a:r>
              <a:r>
                <a:rPr lang="hu-HU" sz="2999" b="1" dirty="0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1</a:t>
              </a:r>
              <a:endParaRPr lang="en-US" sz="2999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4564" y="2761309"/>
              <a:ext cx="6500000" cy="5686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36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szavazat ellenőrzése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23643" y="5750644"/>
              <a:ext cx="2250019" cy="148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99"/>
                </a:lnSpc>
                <a:spcBef>
                  <a:spcPct val="0"/>
                </a:spcBef>
              </a:pPr>
              <a:r>
                <a:rPr lang="hu-HU" sz="2999" b="1" dirty="0" err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Trigger</a:t>
              </a:r>
              <a:r>
                <a:rPr lang="hu-HU" sz="2999" b="1" dirty="0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3</a:t>
              </a:r>
              <a:endParaRPr lang="en-US" sz="2999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  <a:p>
              <a:pPr algn="l">
                <a:lnSpc>
                  <a:spcPts val="4499"/>
                </a:lnSpc>
                <a:spcBef>
                  <a:spcPct val="0"/>
                </a:spcBef>
              </a:pPr>
              <a:endParaRPr lang="en-US" sz="2999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23643" y="6443304"/>
              <a:ext cx="6500000" cy="1184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3599"/>
                </a:lnSpc>
                <a:buFont typeface="Arial" panose="020B0604020202020204" pitchFamily="34" charset="0"/>
                <a:buChar char="•"/>
              </a:pPr>
              <a:r>
                <a:rPr lang="hu-HU" sz="2399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Felhasználói adatok módosítása</a:t>
              </a:r>
            </a:p>
            <a:p>
              <a:pPr marL="342900" indent="-342900" algn="l">
                <a:lnSpc>
                  <a:spcPts val="3599"/>
                </a:lnSpc>
                <a:buFont typeface="Arial" panose="020B0604020202020204" pitchFamily="34" charset="0"/>
                <a:buChar char="•"/>
              </a:pPr>
              <a:r>
                <a:rPr lang="hu-HU" sz="2399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Adatok ellenőrzése</a:t>
              </a:r>
              <a:endParaRPr lang="en-US" sz="2399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5077090"/>
              <a:ext cx="15849344" cy="0"/>
            </a:xfrm>
            <a:prstGeom prst="line">
              <a:avLst/>
            </a:prstGeom>
            <a:ln w="254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7903540" y="53"/>
              <a:ext cx="42263" cy="10154075"/>
            </a:xfrm>
            <a:prstGeom prst="line">
              <a:avLst/>
            </a:prstGeom>
            <a:ln w="254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28700" y="857250"/>
            <a:ext cx="90297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hu-HU" sz="5000" dirty="0" err="1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Triggerek</a:t>
            </a:r>
            <a:r>
              <a:rPr lang="hu-HU" sz="500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 és eljárások</a:t>
            </a:r>
            <a:endParaRPr lang="en-US" sz="5000" dirty="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xmlns="" id="{4F423C0B-8E0F-4180-94E2-D4AE49BB0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68" y="2676939"/>
            <a:ext cx="8821416" cy="58431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xmlns="" id="{4BCCEB88-5386-4C61-8870-346FB6BDE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715" y="3525288"/>
            <a:ext cx="9064249" cy="39860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F5FF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86100" y="-48776"/>
            <a:ext cx="3086100" cy="10384553"/>
          </a:xfrm>
          <a:custGeom>
            <a:avLst/>
            <a:gdLst/>
            <a:ahLst/>
            <a:cxnLst/>
            <a:rect l="l" t="t" r="r" b="b"/>
            <a:pathLst>
              <a:path w="3086100" h="10384553">
                <a:moveTo>
                  <a:pt x="0" y="0"/>
                </a:moveTo>
                <a:lnTo>
                  <a:pt x="3086100" y="0"/>
                </a:lnTo>
                <a:lnTo>
                  <a:pt x="3086100" y="10384552"/>
                </a:lnTo>
                <a:lnTo>
                  <a:pt x="0" y="10384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076" t="-31906" r="-81616" b="-257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87551" y="5495"/>
            <a:ext cx="12088062" cy="10276045"/>
          </a:xfrm>
          <a:custGeom>
            <a:avLst/>
            <a:gdLst/>
            <a:ahLst/>
            <a:cxnLst/>
            <a:rect l="l" t="t" r="r" b="b"/>
            <a:pathLst>
              <a:path w="12088062" h="10276045">
                <a:moveTo>
                  <a:pt x="0" y="0"/>
                </a:moveTo>
                <a:lnTo>
                  <a:pt x="12088062" y="0"/>
                </a:lnTo>
                <a:lnTo>
                  <a:pt x="12088062" y="10276045"/>
                </a:lnTo>
                <a:lnTo>
                  <a:pt x="0" y="10276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126" t="-2102" r="-1229" b="-1712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172200" y="0"/>
            <a:ext cx="3086100" cy="10384553"/>
          </a:xfrm>
          <a:custGeom>
            <a:avLst/>
            <a:gdLst/>
            <a:ahLst/>
            <a:cxnLst/>
            <a:rect l="l" t="t" r="r" b="b"/>
            <a:pathLst>
              <a:path w="3086100" h="10384553">
                <a:moveTo>
                  <a:pt x="0" y="0"/>
                </a:moveTo>
                <a:lnTo>
                  <a:pt x="3086100" y="0"/>
                </a:lnTo>
                <a:lnTo>
                  <a:pt x="3086100" y="10384553"/>
                </a:lnTo>
                <a:lnTo>
                  <a:pt x="0" y="10384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076" t="-31906" r="-81616" b="-257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86100" y="0"/>
            <a:ext cx="6172200" cy="10384553"/>
          </a:xfrm>
          <a:custGeom>
            <a:avLst/>
            <a:gdLst/>
            <a:ahLst/>
            <a:cxnLst/>
            <a:rect l="l" t="t" r="r" b="b"/>
            <a:pathLst>
              <a:path w="6172200" h="10384553">
                <a:moveTo>
                  <a:pt x="0" y="0"/>
                </a:moveTo>
                <a:lnTo>
                  <a:pt x="6172200" y="0"/>
                </a:lnTo>
                <a:lnTo>
                  <a:pt x="6172200" y="10384553"/>
                </a:lnTo>
                <a:lnTo>
                  <a:pt x="0" y="10384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6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2439292" y="-2079353"/>
            <a:ext cx="3515617" cy="1486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000"/>
              </a:lnSpc>
              <a:spcBef>
                <a:spcPct val="0"/>
              </a:spcBef>
            </a:pPr>
            <a:r>
              <a:rPr lang="en-US" sz="8000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355793" y="413735"/>
            <a:ext cx="6161348" cy="9400204"/>
            <a:chOff x="0" y="0"/>
            <a:chExt cx="8215130" cy="1253360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3500" cy="12533605"/>
              <a:chOff x="0" y="0"/>
              <a:chExt cx="12543" cy="247577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018954" y="0"/>
              <a:ext cx="63500" cy="12533605"/>
              <a:chOff x="0" y="0"/>
              <a:chExt cx="12543" cy="247577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037908" y="0"/>
              <a:ext cx="63500" cy="12533605"/>
              <a:chOff x="0" y="0"/>
              <a:chExt cx="12543" cy="247577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056861" y="0"/>
              <a:ext cx="63500" cy="12533605"/>
              <a:chOff x="0" y="0"/>
              <a:chExt cx="12543" cy="247577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075815" y="0"/>
              <a:ext cx="63500" cy="12533605"/>
              <a:chOff x="0" y="0"/>
              <a:chExt cx="12543" cy="247577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094769" y="0"/>
              <a:ext cx="63500" cy="12533605"/>
              <a:chOff x="0" y="0"/>
              <a:chExt cx="12543" cy="247577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113723" y="0"/>
              <a:ext cx="63500" cy="12533605"/>
              <a:chOff x="0" y="0"/>
              <a:chExt cx="12543" cy="247577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132677" y="0"/>
              <a:ext cx="63500" cy="12533605"/>
              <a:chOff x="0" y="0"/>
              <a:chExt cx="12543" cy="247577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151630" y="0"/>
              <a:ext cx="63500" cy="12533605"/>
              <a:chOff x="0" y="0"/>
              <a:chExt cx="12543" cy="247577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2543" cy="2475774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2475774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475774"/>
                    </a:lnTo>
                    <a:lnTo>
                      <a:pt x="0" y="24757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12543" cy="2523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0007993" y="2847032"/>
            <a:ext cx="7251307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000"/>
              </a:lnSpc>
              <a:spcBef>
                <a:spcPct val="0"/>
              </a:spcBef>
            </a:pPr>
            <a:r>
              <a:rPr lang="hu-HU" sz="15000" dirty="0">
                <a:solidFill>
                  <a:srgbClr val="1F5FF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Backend</a:t>
            </a:r>
            <a:endParaRPr lang="en-US" sz="15000" dirty="0">
              <a:solidFill>
                <a:srgbClr val="1F5FF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168444" y="5009062"/>
            <a:ext cx="737807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0"/>
              </a:lnSpc>
              <a:spcBef>
                <a:spcPct val="0"/>
              </a:spcBef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Felelős: Attila</a:t>
            </a:r>
            <a:endParaRPr lang="en-US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7875108" y="6871118"/>
            <a:ext cx="2537784" cy="2387182"/>
          </a:xfrm>
          <a:custGeom>
            <a:avLst/>
            <a:gdLst/>
            <a:ahLst/>
            <a:cxnLst/>
            <a:rect l="l" t="t" r="r" b="b"/>
            <a:pathLst>
              <a:path w="2537784" h="2387182">
                <a:moveTo>
                  <a:pt x="0" y="0"/>
                </a:moveTo>
                <a:lnTo>
                  <a:pt x="2537784" y="0"/>
                </a:lnTo>
                <a:lnTo>
                  <a:pt x="2537784" y="2387182"/>
                </a:lnTo>
                <a:lnTo>
                  <a:pt x="0" y="2387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3848"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213361" y="1028700"/>
            <a:ext cx="1162737" cy="1109801"/>
          </a:xfrm>
          <a:custGeom>
            <a:avLst/>
            <a:gdLst/>
            <a:ahLst/>
            <a:cxnLst/>
            <a:rect l="l" t="t" r="r" b="b"/>
            <a:pathLst>
              <a:path w="1162737" h="1109801">
                <a:moveTo>
                  <a:pt x="0" y="0"/>
                </a:moveTo>
                <a:lnTo>
                  <a:pt x="1162736" y="0"/>
                </a:lnTo>
                <a:lnTo>
                  <a:pt x="1162736" y="1109801"/>
                </a:lnTo>
                <a:lnTo>
                  <a:pt x="0" y="1109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11205"/>
            <a:ext cx="18310553" cy="10354849"/>
          </a:xfrm>
          <a:custGeom>
            <a:avLst/>
            <a:gdLst/>
            <a:ahLst/>
            <a:cxnLst/>
            <a:rect l="l" t="t" r="r" b="b"/>
            <a:pathLst>
              <a:path w="18288000" h="10354849">
                <a:moveTo>
                  <a:pt x="0" y="0"/>
                </a:moveTo>
                <a:lnTo>
                  <a:pt x="18288000" y="0"/>
                </a:lnTo>
                <a:lnTo>
                  <a:pt x="18288000" y="10354850"/>
                </a:lnTo>
                <a:lnTo>
                  <a:pt x="0" y="1035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320" t="-64783" r="-3603" b="-20524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-5483624">
            <a:off x="-5964629" y="-3105197"/>
            <a:ext cx="11806236" cy="11806188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t="-4730" r="-26136" b="-84237"/>
              </a:stretch>
            </a:blipFill>
          </p:spPr>
        </p:sp>
      </p:grpSp>
      <p:pic>
        <p:nvPicPr>
          <p:cNvPr id="18" name="Kép 17">
            <a:extLst>
              <a:ext uri="{FF2B5EF4-FFF2-40B4-BE49-F238E27FC236}">
                <a16:creationId xmlns:a16="http://schemas.microsoft.com/office/drawing/2014/main" xmlns="" id="{FA41464F-CB25-43C6-B214-381A9A109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39" y="3157167"/>
            <a:ext cx="7219553" cy="39697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Freeform 7"/>
          <p:cNvSpPr/>
          <p:nvPr/>
        </p:nvSpPr>
        <p:spPr>
          <a:xfrm>
            <a:off x="5829355" y="6460113"/>
            <a:ext cx="1472180" cy="1377960"/>
          </a:xfrm>
          <a:custGeom>
            <a:avLst/>
            <a:gdLst/>
            <a:ahLst/>
            <a:cxnLst/>
            <a:rect l="l" t="t" r="r" b="b"/>
            <a:pathLst>
              <a:path w="1472180" h="1377960">
                <a:moveTo>
                  <a:pt x="0" y="0"/>
                </a:moveTo>
                <a:lnTo>
                  <a:pt x="1472180" y="0"/>
                </a:lnTo>
                <a:lnTo>
                  <a:pt x="1472180" y="1377960"/>
                </a:lnTo>
                <a:lnTo>
                  <a:pt x="0" y="1377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48911" y="694735"/>
            <a:ext cx="1196203" cy="1405296"/>
          </a:xfrm>
          <a:custGeom>
            <a:avLst/>
            <a:gdLst/>
            <a:ahLst/>
            <a:cxnLst/>
            <a:rect l="l" t="t" r="r" b="b"/>
            <a:pathLst>
              <a:path w="1196203" h="1405296">
                <a:moveTo>
                  <a:pt x="0" y="0"/>
                </a:moveTo>
                <a:lnTo>
                  <a:pt x="1196204" y="0"/>
                </a:lnTo>
                <a:lnTo>
                  <a:pt x="1196204" y="1405296"/>
                </a:lnTo>
                <a:lnTo>
                  <a:pt x="0" y="14052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445520" y="1758349"/>
            <a:ext cx="881378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hu-HU" sz="90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Adatbázis kapcsolat</a:t>
            </a:r>
            <a:endParaRPr lang="en-US" sz="90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29729" y="5370675"/>
            <a:ext cx="4645361" cy="49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hu-HU" sz="40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env</a:t>
            </a:r>
            <a:r>
              <a:rPr lang="hu-HU" sz="32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hu-HU" sz="40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rendszerrel</a:t>
            </a:r>
            <a:endParaRPr lang="hu-HU" sz="32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-8823" y="2390746"/>
            <a:ext cx="1365524" cy="1444261"/>
          </a:xfrm>
          <a:custGeom>
            <a:avLst/>
            <a:gdLst/>
            <a:ahLst/>
            <a:cxnLst/>
            <a:rect l="l" t="t" r="r" b="b"/>
            <a:pathLst>
              <a:path w="1365524" h="1444261">
                <a:moveTo>
                  <a:pt x="0" y="0"/>
                </a:moveTo>
                <a:lnTo>
                  <a:pt x="1365524" y="0"/>
                </a:lnTo>
                <a:lnTo>
                  <a:pt x="1365524" y="1444261"/>
                </a:lnTo>
                <a:lnTo>
                  <a:pt x="0" y="14442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4146"/>
            <a:ext cx="18288000" cy="10354849"/>
          </a:xfrm>
          <a:custGeom>
            <a:avLst/>
            <a:gdLst/>
            <a:ahLst/>
            <a:cxnLst/>
            <a:rect l="l" t="t" r="r" b="b"/>
            <a:pathLst>
              <a:path w="18288000" h="10354849">
                <a:moveTo>
                  <a:pt x="0" y="0"/>
                </a:moveTo>
                <a:lnTo>
                  <a:pt x="18288000" y="0"/>
                </a:lnTo>
                <a:lnTo>
                  <a:pt x="18288000" y="10354850"/>
                </a:lnTo>
                <a:lnTo>
                  <a:pt x="0" y="1035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320" t="-64783" r="-3603" b="-205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50469" y="723900"/>
            <a:ext cx="7729031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hu-HU" sz="90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API-k</a:t>
            </a:r>
            <a:endParaRPr lang="en-US" sz="90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478538" y="2381250"/>
            <a:ext cx="9028085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NodeJS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| </a:t>
            </a: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Javascript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| </a:t>
            </a: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Nodemon</a:t>
            </a:r>
            <a:endParaRPr lang="en-US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xmlns="" id="{B02D6C77-0AB9-42F6-AC48-2412A561D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416" y="3720810"/>
            <a:ext cx="13418479" cy="58581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3"/>
          <p:cNvSpPr txBox="1"/>
          <p:nvPr/>
        </p:nvSpPr>
        <p:spPr>
          <a:xfrm>
            <a:off x="16114697" y="518636"/>
            <a:ext cx="211615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5116050" y="5600700"/>
            <a:ext cx="1347265" cy="1261040"/>
          </a:xfrm>
          <a:custGeom>
            <a:avLst/>
            <a:gdLst/>
            <a:ahLst/>
            <a:cxnLst/>
            <a:rect l="l" t="t" r="r" b="b"/>
            <a:pathLst>
              <a:path w="1347265" h="1261040">
                <a:moveTo>
                  <a:pt x="0" y="0"/>
                </a:moveTo>
                <a:lnTo>
                  <a:pt x="1347265" y="0"/>
                </a:lnTo>
                <a:lnTo>
                  <a:pt x="1347265" y="1261040"/>
                </a:lnTo>
                <a:lnTo>
                  <a:pt x="0" y="1261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907303" y="3390900"/>
            <a:ext cx="1198639" cy="1128950"/>
          </a:xfrm>
          <a:custGeom>
            <a:avLst/>
            <a:gdLst/>
            <a:ahLst/>
            <a:cxnLst/>
            <a:rect l="l" t="t" r="r" b="b"/>
            <a:pathLst>
              <a:path w="1198639" h="1128950">
                <a:moveTo>
                  <a:pt x="0" y="0"/>
                </a:moveTo>
                <a:lnTo>
                  <a:pt x="1198639" y="0"/>
                </a:lnTo>
                <a:lnTo>
                  <a:pt x="1198639" y="1128950"/>
                </a:lnTo>
                <a:lnTo>
                  <a:pt x="0" y="1128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71829" y="7226265"/>
            <a:ext cx="1660552" cy="1128421"/>
          </a:xfrm>
          <a:custGeom>
            <a:avLst/>
            <a:gdLst/>
            <a:ahLst/>
            <a:cxnLst/>
            <a:rect l="l" t="t" r="r" b="b"/>
            <a:pathLst>
              <a:path w="1660552" h="1128421">
                <a:moveTo>
                  <a:pt x="0" y="0"/>
                </a:moveTo>
                <a:lnTo>
                  <a:pt x="1660552" y="0"/>
                </a:lnTo>
                <a:lnTo>
                  <a:pt x="1660552" y="1128421"/>
                </a:lnTo>
                <a:lnTo>
                  <a:pt x="0" y="1128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0" y="0"/>
            <a:ext cx="9156088" cy="10287000"/>
          </a:xfrm>
          <a:custGeom>
            <a:avLst/>
            <a:gdLst/>
            <a:ahLst/>
            <a:cxnLst/>
            <a:rect l="l" t="t" r="r" b="b"/>
            <a:pathLst>
              <a:path w="9156088" h="10287000">
                <a:moveTo>
                  <a:pt x="0" y="0"/>
                </a:moveTo>
                <a:lnTo>
                  <a:pt x="9156088" y="0"/>
                </a:lnTo>
                <a:lnTo>
                  <a:pt x="91560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235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771525"/>
            <a:ext cx="6792574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Felhasznált </a:t>
            </a:r>
            <a:r>
              <a:rPr lang="hu-HU" sz="7500" dirty="0" err="1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library</a:t>
            </a: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-k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599096"/>
            <a:ext cx="6904302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6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Képek tárolása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6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Felhasználói adatok tárolása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6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Token</a:t>
            </a:r>
            <a:r>
              <a:rPr lang="hu-HU" sz="36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rendszer</a:t>
            </a: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6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Hashelés</a:t>
            </a:r>
            <a:endParaRPr lang="hu-HU" sz="36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342900" algn="l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3600" u="none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r>
              <a:rPr lang="hu-HU" sz="3600" u="none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env</a:t>
            </a:r>
            <a:endParaRPr lang="en-US" sz="3600" u="none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79944" y="9281160"/>
            <a:ext cx="3737433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info@company.com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114697" y="487680"/>
            <a:ext cx="2116153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July 2032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xmlns="" id="{C0236C5D-D096-42DE-BD52-79CBA43FA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088" y="-14909"/>
            <a:ext cx="9131912" cy="5139569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xmlns="" id="{9B1161B8-7C40-4923-AF95-47E4247B0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088" y="5088929"/>
            <a:ext cx="11602344" cy="5212980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1942813" y="6700808"/>
            <a:ext cx="2635231" cy="2787180"/>
          </a:xfrm>
          <a:custGeom>
            <a:avLst/>
            <a:gdLst/>
            <a:ahLst/>
            <a:cxnLst/>
            <a:rect l="l" t="t" r="r" b="b"/>
            <a:pathLst>
              <a:path w="2635231" h="2787180">
                <a:moveTo>
                  <a:pt x="0" y="0"/>
                </a:moveTo>
                <a:lnTo>
                  <a:pt x="2635231" y="0"/>
                </a:lnTo>
                <a:lnTo>
                  <a:pt x="2635231" y="2787180"/>
                </a:lnTo>
                <a:lnTo>
                  <a:pt x="0" y="27871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163800" y="7734301"/>
            <a:ext cx="1792094" cy="1676732"/>
          </a:xfrm>
          <a:custGeom>
            <a:avLst/>
            <a:gdLst/>
            <a:ahLst/>
            <a:cxnLst/>
            <a:rect l="l" t="t" r="r" b="b"/>
            <a:pathLst>
              <a:path w="1014468" h="1031229">
                <a:moveTo>
                  <a:pt x="0" y="0"/>
                </a:moveTo>
                <a:lnTo>
                  <a:pt x="1014469" y="0"/>
                </a:lnTo>
                <a:lnTo>
                  <a:pt x="1014469" y="1031229"/>
                </a:lnTo>
                <a:lnTo>
                  <a:pt x="0" y="10312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29755" y="26219"/>
            <a:ext cx="12088062" cy="10276045"/>
          </a:xfrm>
          <a:custGeom>
            <a:avLst/>
            <a:gdLst/>
            <a:ahLst/>
            <a:cxnLst/>
            <a:rect l="l" t="t" r="r" b="b"/>
            <a:pathLst>
              <a:path w="12088062" h="10276045">
                <a:moveTo>
                  <a:pt x="0" y="0"/>
                </a:moveTo>
                <a:lnTo>
                  <a:pt x="12088062" y="0"/>
                </a:lnTo>
                <a:lnTo>
                  <a:pt x="12088062" y="10276045"/>
                </a:lnTo>
                <a:lnTo>
                  <a:pt x="0" y="10276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26" t="-2102" r="-1229" b="-1712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333444" y="2364493"/>
            <a:ext cx="4328029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Fiók rendszer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934929" y="5164242"/>
            <a:ext cx="7290029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JWT </a:t>
            </a: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Token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rendszer</a:t>
            </a:r>
          </a:p>
          <a:p>
            <a:pPr marL="457200" indent="-457200" algn="l">
              <a:lnSpc>
                <a:spcPts val="3360"/>
              </a:lnSpc>
              <a:buFont typeface="Arial" panose="020B0604020202020204" pitchFamily="34" charset="0"/>
              <a:buChar char="•"/>
            </a:pPr>
            <a:endParaRPr lang="hu-HU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indent="-45720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felhasználó </a:t>
            </a: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tokent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kap -&gt; bejelentkezhet</a:t>
            </a:r>
          </a:p>
          <a:p>
            <a:pPr marL="457200" indent="-457200" algn="l">
              <a:lnSpc>
                <a:spcPts val="3360"/>
              </a:lnSpc>
              <a:buFont typeface="Arial" panose="020B0604020202020204" pitchFamily="34" charset="0"/>
              <a:buChar char="•"/>
            </a:pPr>
            <a:endParaRPr lang="hu-HU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indent="-457200" algn="l">
              <a:lnSpc>
                <a:spcPts val="3360"/>
              </a:lnSpc>
              <a:buFont typeface="Arial" panose="020B0604020202020204" pitchFamily="34" charset="0"/>
              <a:buChar char="•"/>
            </a:pP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</a:t>
            </a:r>
            <a:r>
              <a:rPr lang="hu-HU" sz="3200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token</a:t>
            </a:r>
            <a:r>
              <a:rPr lang="hu-HU" sz="32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egy idő után lejár -&gt; kijelentkeztetve lesz</a:t>
            </a:r>
            <a:endParaRPr lang="en-US" sz="3200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4654471" y="1539543"/>
            <a:ext cx="1736044" cy="1764727"/>
          </a:xfrm>
          <a:custGeom>
            <a:avLst/>
            <a:gdLst/>
            <a:ahLst/>
            <a:cxnLst/>
            <a:rect l="l" t="t" r="r" b="b"/>
            <a:pathLst>
              <a:path w="1736044" h="1764727">
                <a:moveTo>
                  <a:pt x="0" y="0"/>
                </a:moveTo>
                <a:lnTo>
                  <a:pt x="1736045" y="0"/>
                </a:lnTo>
                <a:lnTo>
                  <a:pt x="1736045" y="1764727"/>
                </a:lnTo>
                <a:lnTo>
                  <a:pt x="0" y="1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xmlns="" id="{80D044D0-E97F-473A-827F-5482645FD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253" y="-1"/>
            <a:ext cx="10473923" cy="10266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1297" y="828675"/>
            <a:ext cx="648290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hu-HU" sz="5000" dirty="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Jövőbeli tervek</a:t>
            </a:r>
            <a:endParaRPr lang="en-US" sz="5000" dirty="0">
              <a:solidFill>
                <a:srgbClr val="FFFFFF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097737" y="2400300"/>
            <a:ext cx="3576464" cy="6757126"/>
            <a:chOff x="25400" y="72"/>
            <a:chExt cx="4768619" cy="9009500"/>
          </a:xfrm>
        </p:grpSpPr>
        <p:sp>
          <p:nvSpPr>
            <p:cNvPr id="4" name="AutoShape 4"/>
            <p:cNvSpPr/>
            <p:nvPr/>
          </p:nvSpPr>
          <p:spPr>
            <a:xfrm flipH="1">
              <a:off x="25400" y="72"/>
              <a:ext cx="25400" cy="90095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307453" y="6198564"/>
              <a:ext cx="727453" cy="727453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07453" y="7141917"/>
              <a:ext cx="4486566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hu-HU" sz="2400" u="none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Kétfaktoros hitelesítés</a:t>
              </a:r>
              <a:endParaRPr lang="en-US" sz="2400" u="none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453" y="7797762"/>
              <a:ext cx="3536087" cy="4481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hu-HU" sz="20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Extra biztonság</a:t>
              </a:r>
              <a:endPara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 rot="16200000">
              <a:off x="-165449" y="382668"/>
              <a:ext cx="1244036" cy="4788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7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Június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0530" y="6308290"/>
              <a:ext cx="2413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F5FF7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01034" y="2400300"/>
            <a:ext cx="3576464" cy="6757126"/>
            <a:chOff x="25400" y="72"/>
            <a:chExt cx="4768619" cy="9009500"/>
          </a:xfrm>
        </p:grpSpPr>
        <p:sp>
          <p:nvSpPr>
            <p:cNvPr id="13" name="AutoShape 13"/>
            <p:cNvSpPr/>
            <p:nvPr/>
          </p:nvSpPr>
          <p:spPr>
            <a:xfrm flipH="1">
              <a:off x="25400" y="72"/>
              <a:ext cx="25400" cy="90095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07453" y="6198564"/>
              <a:ext cx="727453" cy="727453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07453" y="7141917"/>
              <a:ext cx="4486566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hu-HU" sz="2400" u="none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Helymeghatározás</a:t>
              </a:r>
              <a:endParaRPr lang="en-US" sz="2400" u="none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7453" y="7797762"/>
              <a:ext cx="3536087" cy="92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hu-HU" sz="20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Kép készítésének a helye megadható</a:t>
              </a:r>
              <a:endPara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 rot="16200000">
              <a:off x="-171953" y="382667"/>
              <a:ext cx="1244038" cy="4788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7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Július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30" y="6308290"/>
              <a:ext cx="2413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F5FF7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04332" y="2400300"/>
            <a:ext cx="3576464" cy="6757126"/>
            <a:chOff x="25400" y="72"/>
            <a:chExt cx="4768619" cy="9009500"/>
          </a:xfrm>
        </p:grpSpPr>
        <p:sp>
          <p:nvSpPr>
            <p:cNvPr id="22" name="AutoShape 22"/>
            <p:cNvSpPr/>
            <p:nvPr/>
          </p:nvSpPr>
          <p:spPr>
            <a:xfrm flipH="1">
              <a:off x="25400" y="72"/>
              <a:ext cx="25400" cy="90095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07453" y="6198564"/>
              <a:ext cx="727453" cy="72745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07453" y="7141917"/>
              <a:ext cx="4486566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Mobil alkalmazás</a:t>
              </a:r>
              <a:endParaRPr lang="en-US" sz="2400" u="none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7453" y="7797762"/>
              <a:ext cx="3536087" cy="92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hu-HU" sz="20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 kimagasló felhasználói élményhez</a:t>
              </a:r>
              <a:endParaRPr lang="en-US" sz="20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 rot="16200000">
              <a:off x="-452491" y="652984"/>
              <a:ext cx="1768490" cy="4788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79"/>
                </a:lnSpc>
                <a:spcBef>
                  <a:spcPct val="0"/>
                </a:spcBef>
              </a:pPr>
              <a:r>
                <a:rPr lang="hu-HU" sz="2400" dirty="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Augusztus</a:t>
              </a:r>
              <a:endParaRPr lang="en-US" sz="2400" dirty="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0530" y="6308290"/>
              <a:ext cx="2413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1F5FF7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914086" y="7220002"/>
            <a:ext cx="18097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F5FF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-14146"/>
            <a:ext cx="18288000" cy="10354849"/>
          </a:xfrm>
          <a:custGeom>
            <a:avLst/>
            <a:gdLst/>
            <a:ahLst/>
            <a:cxnLst/>
            <a:rect l="l" t="t" r="r" b="b"/>
            <a:pathLst>
              <a:path w="18288000" h="10354849">
                <a:moveTo>
                  <a:pt x="0" y="0"/>
                </a:moveTo>
                <a:lnTo>
                  <a:pt x="18288000" y="0"/>
                </a:lnTo>
                <a:lnTo>
                  <a:pt x="18288000" y="10354850"/>
                </a:lnTo>
                <a:lnTo>
                  <a:pt x="0" y="10354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1320" t="-64783" r="-3603" b="-2052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5811643"/>
            <a:chOff x="0" y="0"/>
            <a:chExt cx="24384000" cy="774885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t="5209" b="47093"/>
            <a:stretch>
              <a:fillRect/>
            </a:stretch>
          </p:blipFill>
          <p:spPr>
            <a:xfrm>
              <a:off x="0" y="0"/>
              <a:ext cx="24384000" cy="7748857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365337" y="6836338"/>
            <a:ext cx="1555732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hu-HU" sz="7500" dirty="0">
                <a:solidFill>
                  <a:srgbClr val="1F5FF7"/>
                </a:solidFill>
                <a:latin typeface="29LT Bukra"/>
                <a:ea typeface="29LT Bukra"/>
                <a:cs typeface="29LT Bukra"/>
                <a:sym typeface="29LT Bukra"/>
              </a:rPr>
              <a:t>Köszönjük a figyelmet!</a:t>
            </a:r>
            <a:endParaRPr lang="en-US" sz="7500" dirty="0">
              <a:solidFill>
                <a:srgbClr val="1F5FF7"/>
              </a:solidFill>
              <a:latin typeface="29LT Bukra"/>
              <a:ea typeface="29LT Bukra"/>
              <a:cs typeface="29LT Bukra"/>
              <a:sym typeface="29LT Bukra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918719" y="8360285"/>
            <a:ext cx="1197925" cy="1182040"/>
          </a:xfrm>
          <a:custGeom>
            <a:avLst/>
            <a:gdLst/>
            <a:ahLst/>
            <a:cxnLst/>
            <a:rect l="l" t="t" r="r" b="b"/>
            <a:pathLst>
              <a:path w="1197925" h="1182040">
                <a:moveTo>
                  <a:pt x="0" y="0"/>
                </a:moveTo>
                <a:lnTo>
                  <a:pt x="1197926" y="0"/>
                </a:lnTo>
                <a:lnTo>
                  <a:pt x="1197926" y="1182040"/>
                </a:lnTo>
                <a:lnTo>
                  <a:pt x="0" y="118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355793" y="399214"/>
            <a:ext cx="6161348" cy="5027735"/>
            <a:chOff x="0" y="0"/>
            <a:chExt cx="8215130" cy="670364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19361"/>
              <a:ext cx="63500" cy="6684286"/>
              <a:chOff x="0" y="0"/>
              <a:chExt cx="12543" cy="132035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51630" y="0"/>
              <a:ext cx="63500" cy="6684286"/>
              <a:chOff x="0" y="0"/>
              <a:chExt cx="12543" cy="13203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21908" y="19361"/>
              <a:ext cx="63500" cy="6684286"/>
              <a:chOff x="0" y="0"/>
              <a:chExt cx="12543" cy="132035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037908" y="0"/>
              <a:ext cx="63500" cy="6684286"/>
              <a:chOff x="0" y="0"/>
              <a:chExt cx="12543" cy="132035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59815" y="19361"/>
              <a:ext cx="63500" cy="6684286"/>
              <a:chOff x="0" y="0"/>
              <a:chExt cx="12543" cy="132035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078769" y="19361"/>
              <a:ext cx="63500" cy="6684286"/>
              <a:chOff x="0" y="0"/>
              <a:chExt cx="12543" cy="132035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094769" y="19361"/>
              <a:ext cx="63500" cy="6684286"/>
              <a:chOff x="0" y="0"/>
              <a:chExt cx="12543" cy="132035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10769" y="0"/>
              <a:ext cx="63500" cy="6684286"/>
              <a:chOff x="0" y="0"/>
              <a:chExt cx="12543" cy="132035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129723" y="19361"/>
              <a:ext cx="63500" cy="6684286"/>
              <a:chOff x="0" y="0"/>
              <a:chExt cx="12543" cy="132035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543" cy="1320353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132035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320353"/>
                    </a:lnTo>
                    <a:lnTo>
                      <a:pt x="0" y="1320353"/>
                    </a:lnTo>
                    <a:close/>
                  </a:path>
                </a:pathLst>
              </a:custGeom>
              <a:solidFill>
                <a:srgbClr val="1F5FF7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2543" cy="1367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36" name="Freeform 36"/>
          <p:cNvSpPr/>
          <p:nvPr/>
        </p:nvSpPr>
        <p:spPr>
          <a:xfrm>
            <a:off x="15391129" y="4959087"/>
            <a:ext cx="1677398" cy="1705111"/>
          </a:xfrm>
          <a:custGeom>
            <a:avLst/>
            <a:gdLst/>
            <a:ahLst/>
            <a:cxnLst/>
            <a:rect l="l" t="t" r="r" b="b"/>
            <a:pathLst>
              <a:path w="1677398" h="1705111">
                <a:moveTo>
                  <a:pt x="0" y="0"/>
                </a:moveTo>
                <a:lnTo>
                  <a:pt x="1677397" y="0"/>
                </a:lnTo>
                <a:lnTo>
                  <a:pt x="1677397" y="1705111"/>
                </a:lnTo>
                <a:lnTo>
                  <a:pt x="0" y="1705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271</Words>
  <Application>Microsoft Office PowerPoint</Application>
  <PresentationFormat>Custom</PresentationFormat>
  <Paragraphs>136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Source Sans Pro</vt:lpstr>
      <vt:lpstr>Source Sans Pro Bold</vt:lpstr>
      <vt:lpstr>29LT Bukra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Modern Pitch Deck másolata</dc:title>
  <cp:lastModifiedBy>Microsoft account</cp:lastModifiedBy>
  <cp:revision>26</cp:revision>
  <dcterms:created xsi:type="dcterms:W3CDTF">2006-08-16T00:00:00Z</dcterms:created>
  <dcterms:modified xsi:type="dcterms:W3CDTF">2026-05-27T18:12:14Z</dcterms:modified>
  <dc:identifier>DAHG6CcNrPg</dc:identifier>
</cp:coreProperties>
</file>